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F35"/>
          </a:solidFill>
          <a:ln w="12700">
            <a:solidFill>
              <a:srgbClr val="1A1F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6400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25 PRODUCTOS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6032" y="347472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62,3% de la facturación total · Ecom + Táctica · Ene–Sep 2026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979408" y="45720"/>
            <a:ext cx="749808" cy="566928"/>
          </a:xfrm>
          <a:prstGeom prst="rect">
            <a:avLst>
              <a:gd name="adj" fmla="val 645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79408" y="6400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Fact. Total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979408" y="21945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$2.283M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774936" y="45720"/>
            <a:ext cx="749808" cy="566928"/>
          </a:xfrm>
          <a:prstGeom prst="rect">
            <a:avLst>
              <a:gd name="adj" fmla="val 6452"/>
            </a:avLst>
          </a:prstGeom>
          <a:solidFill>
            <a:srgbClr val="3D3010"/>
          </a:solidFill>
          <a:ln w="12700">
            <a:solidFill>
              <a:srgbClr val="6B4F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74936" y="6400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25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774936" y="21945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62,3%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570464" y="45720"/>
            <a:ext cx="749808" cy="566928"/>
          </a:xfrm>
          <a:prstGeom prst="rect">
            <a:avLst>
              <a:gd name="adj" fmla="val 645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70464" y="6400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stock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70464" y="21945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SKUs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365992" y="45720"/>
            <a:ext cx="749808" cy="566928"/>
          </a:xfrm>
          <a:prstGeom prst="rect">
            <a:avLst>
              <a:gd name="adj" fmla="val 645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365992" y="6400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pedido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365992" y="21945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SKUs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1168" y="694944"/>
            <a:ext cx="5980176" cy="234086"/>
          </a:xfrm>
          <a:prstGeom prst="rect">
            <a:avLst/>
          </a:prstGeom>
          <a:solidFill>
            <a:srgbClr val="1D2540"/>
          </a:solidFill>
          <a:ln w="12700">
            <a:solidFill>
              <a:srgbClr val="1D25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740664"/>
            <a:ext cx="192024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" y="740664"/>
            <a:ext cx="2441448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53512" y="740664"/>
            <a:ext cx="704088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Total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740664"/>
            <a:ext cx="576072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325112" y="740664"/>
            <a:ext cx="539496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910328" y="740664"/>
            <a:ext cx="502920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458968" y="740664"/>
            <a:ext cx="704088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01168" y="929030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1168" y="947318"/>
            <a:ext cx="29261" cy="19751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974750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66344" y="974750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PLANCHA-SUB-30X38-5EN1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953512" y="974750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$271,6M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703320" y="974750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36,1%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25112" y="974750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910328" y="974750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9d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458968" y="974750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01168" y="1163117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1168" y="1181405"/>
            <a:ext cx="29261" cy="19751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8600" y="1208837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66344" y="1208837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PLANCHA-SUB-PORTATIL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2953512" y="1208837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$126,6M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703320" y="1208837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35,2%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325112" y="1208837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1.844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910328" y="1208837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57d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458968" y="1208837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01168" y="1397203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1168" y="1415491"/>
            <a:ext cx="29261" cy="19751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8600" y="1442923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66344" y="1442923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TAZASUB-ST-CER-11OZ-WG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2953512" y="1442923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$112,9M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3703320" y="1442923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7,9%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325112" y="1442923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910328" y="1442923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458968" y="1442923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171.468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01168" y="1631290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1168" y="1649578"/>
            <a:ext cx="29261" cy="19751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" y="1677010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466344" y="1677010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PLANCHA-SUB-40X60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53512" y="1677010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$100,7M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703320" y="1677010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44,4%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25112" y="1677010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910328" y="1677010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60d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458968" y="1677010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201168" y="1865376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1168" y="1883664"/>
            <a:ext cx="29261" cy="19751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28600" y="1911096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66344" y="1911096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PLANCHA-SUB-AUTO-38X38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2953512" y="1911096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$97,7M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3703320" y="1911096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34,0%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25112" y="1911096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4910328" y="1911096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198d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458968" y="1911096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01168" y="2099462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8600" y="2145182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66344" y="2145182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PLANCHA-SUB-26X26-PORT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2953512" y="2145182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$62,6M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3703320" y="2145182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4325112" y="2145182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4910328" y="2145182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458968" y="2145182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201168" y="2333549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28600" y="2379269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466344" y="2379269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ESPIRALADORA-M-A4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2953512" y="2379269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$55,1M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3703320" y="2379269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13,2%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4325112" y="2379269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910328" y="2379269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458968" y="2379269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01168" y="2567635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2613355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66344" y="2613355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LAMINATOR-330MM-V2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2953512" y="2613355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$48,1M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3703320" y="2613355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36,1%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4325112" y="2613355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2.204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4910328" y="2613355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190d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5458968" y="2613355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01168" y="2801722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28600" y="2847442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466344" y="2847442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PLANCHA-SUB-TERMO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2953512" y="2847442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$41,2M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3703320" y="2847442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37,7%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4325112" y="2847442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4910328" y="2847442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57d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458968" y="2847442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201168" y="3035808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28600" y="3081528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466344" y="3081528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LAMINATOR-240MM-V2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2953512" y="3081528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$41,2M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3703320" y="3081528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34,3%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4325112" y="3081528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1.757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4910328" y="3081528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81d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5458968" y="3081528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201168" y="3269894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28600" y="3315614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466344" y="3315614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GLOBAL-G720S</a:t>
            </a:r>
            <a:endParaRPr lang="en-US" sz="750" dirty="0"/>
          </a:p>
        </p:txBody>
      </p:sp>
      <p:sp>
        <p:nvSpPr>
          <p:cNvPr id="114" name="Text 112"/>
          <p:cNvSpPr/>
          <p:nvPr/>
        </p:nvSpPr>
        <p:spPr>
          <a:xfrm>
            <a:off x="2953512" y="3315614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$38,9M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3703320" y="3315614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13,3%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4325112" y="3315614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4910328" y="3315614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64d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5458968" y="3315614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201168" y="3503981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8600" y="3549701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66344" y="3549701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PLANCHA-SUB-AUTO-TERMO</a:t>
            </a:r>
            <a:endParaRPr lang="en-US" sz="750" dirty="0"/>
          </a:p>
        </p:txBody>
      </p:sp>
      <p:sp>
        <p:nvSpPr>
          <p:cNvPr id="122" name="Text 120"/>
          <p:cNvSpPr/>
          <p:nvPr/>
        </p:nvSpPr>
        <p:spPr>
          <a:xfrm>
            <a:off x="2953512" y="3549701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$37,9M</a:t>
            </a:r>
            <a:endParaRPr lang="en-US" sz="850" dirty="0"/>
          </a:p>
        </p:txBody>
      </p:sp>
      <p:sp>
        <p:nvSpPr>
          <p:cNvPr id="123" name="Text 121"/>
          <p:cNvSpPr/>
          <p:nvPr/>
        </p:nvSpPr>
        <p:spPr>
          <a:xfrm>
            <a:off x="3703320" y="3549701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34,7%</a:t>
            </a:r>
            <a:endParaRPr lang="en-US" sz="850" dirty="0"/>
          </a:p>
        </p:txBody>
      </p:sp>
      <p:sp>
        <p:nvSpPr>
          <p:cNvPr id="124" name="Text 122"/>
          <p:cNvSpPr/>
          <p:nvPr/>
        </p:nvSpPr>
        <p:spPr>
          <a:xfrm>
            <a:off x="4325112" y="3549701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125" name="Text 123"/>
          <p:cNvSpPr/>
          <p:nvPr/>
        </p:nvSpPr>
        <p:spPr>
          <a:xfrm>
            <a:off x="4910328" y="3549701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26" name="Text 124"/>
          <p:cNvSpPr/>
          <p:nvPr/>
        </p:nvSpPr>
        <p:spPr>
          <a:xfrm>
            <a:off x="5458968" y="3549701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201168" y="3738067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28600" y="3783787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466344" y="3783787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LAMINATOR-230MM-V2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2953512" y="3783787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$35,3M</a:t>
            </a:r>
            <a:endParaRPr lang="en-US" sz="850" dirty="0"/>
          </a:p>
        </p:txBody>
      </p:sp>
      <p:sp>
        <p:nvSpPr>
          <p:cNvPr id="131" name="Text 129"/>
          <p:cNvSpPr/>
          <p:nvPr/>
        </p:nvSpPr>
        <p:spPr>
          <a:xfrm>
            <a:off x="3703320" y="3783787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27,1%</a:t>
            </a:r>
            <a:endParaRPr lang="en-US" sz="850" dirty="0"/>
          </a:p>
        </p:txBody>
      </p:sp>
      <p:sp>
        <p:nvSpPr>
          <p:cNvPr id="132" name="Text 130"/>
          <p:cNvSpPr/>
          <p:nvPr/>
        </p:nvSpPr>
        <p:spPr>
          <a:xfrm>
            <a:off x="4325112" y="3783787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1.105</a:t>
            </a:r>
            <a:endParaRPr lang="en-US" sz="850" dirty="0"/>
          </a:p>
        </p:txBody>
      </p:sp>
      <p:sp>
        <p:nvSpPr>
          <p:cNvPr id="133" name="Text 131"/>
          <p:cNvSpPr/>
          <p:nvPr/>
        </p:nvSpPr>
        <p:spPr>
          <a:xfrm>
            <a:off x="4910328" y="3783787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44d</a:t>
            </a:r>
            <a:endParaRPr lang="en-US" sz="850" dirty="0"/>
          </a:p>
        </p:txBody>
      </p:sp>
      <p:sp>
        <p:nvSpPr>
          <p:cNvPr id="134" name="Text 132"/>
          <p:cNvSpPr/>
          <p:nvPr/>
        </p:nvSpPr>
        <p:spPr>
          <a:xfrm>
            <a:off x="5458968" y="3783787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201168" y="3999586"/>
            <a:ext cx="5980176" cy="64008"/>
          </a:xfrm>
          <a:prstGeom prst="rect">
            <a:avLst/>
          </a:prstGeom>
          <a:solidFill>
            <a:srgbClr val="2E3554"/>
          </a:solidFill>
          <a:ln w="12700">
            <a:solidFill>
              <a:srgbClr val="2E3554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01168" y="3999586"/>
            <a:ext cx="372565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336792" y="694944"/>
            <a:ext cx="5980176" cy="234086"/>
          </a:xfrm>
          <a:prstGeom prst="rect">
            <a:avLst/>
          </a:prstGeom>
          <a:solidFill>
            <a:srgbClr val="1D2540"/>
          </a:solidFill>
          <a:ln w="12700">
            <a:solidFill>
              <a:srgbClr val="1D254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6364224" y="740664"/>
            <a:ext cx="192024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601968" y="740664"/>
            <a:ext cx="2441448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9089136" y="740664"/>
            <a:ext cx="704088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Total</a:t>
            </a:r>
            <a:endParaRPr lang="en-US" sz="750" dirty="0"/>
          </a:p>
        </p:txBody>
      </p:sp>
      <p:sp>
        <p:nvSpPr>
          <p:cNvPr id="141" name="Text 139"/>
          <p:cNvSpPr/>
          <p:nvPr/>
        </p:nvSpPr>
        <p:spPr>
          <a:xfrm>
            <a:off x="9838944" y="740664"/>
            <a:ext cx="576072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10460736" y="740664"/>
            <a:ext cx="539496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750" dirty="0"/>
          </a:p>
        </p:txBody>
      </p:sp>
      <p:sp>
        <p:nvSpPr>
          <p:cNvPr id="143" name="Text 141"/>
          <p:cNvSpPr/>
          <p:nvPr/>
        </p:nvSpPr>
        <p:spPr>
          <a:xfrm>
            <a:off x="11045952" y="740664"/>
            <a:ext cx="502920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750" dirty="0"/>
          </a:p>
        </p:txBody>
      </p:sp>
      <p:sp>
        <p:nvSpPr>
          <p:cNvPr id="144" name="Text 142"/>
          <p:cNvSpPr/>
          <p:nvPr/>
        </p:nvSpPr>
        <p:spPr>
          <a:xfrm>
            <a:off x="11594592" y="740664"/>
            <a:ext cx="704088" cy="160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6336792" y="929030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6364224" y="974750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147" name="Text 145"/>
          <p:cNvSpPr/>
          <p:nvPr/>
        </p:nvSpPr>
        <p:spPr>
          <a:xfrm>
            <a:off x="6601968" y="974750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MESH-LINER-12X12-320X50MT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9089136" y="974750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$35,7M</a:t>
            </a:r>
            <a:endParaRPr lang="en-US" sz="850" dirty="0"/>
          </a:p>
        </p:txBody>
      </p:sp>
      <p:sp>
        <p:nvSpPr>
          <p:cNvPr id="149" name="Text 147"/>
          <p:cNvSpPr/>
          <p:nvPr/>
        </p:nvSpPr>
        <p:spPr>
          <a:xfrm>
            <a:off x="9838944" y="974750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-31,2%</a:t>
            </a:r>
            <a:endParaRPr lang="en-US" sz="850" dirty="0"/>
          </a:p>
        </p:txBody>
      </p:sp>
      <p:sp>
        <p:nvSpPr>
          <p:cNvPr id="150" name="Text 148"/>
          <p:cNvSpPr/>
          <p:nvPr/>
        </p:nvSpPr>
        <p:spPr>
          <a:xfrm>
            <a:off x="10460736" y="974750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850" dirty="0"/>
          </a:p>
        </p:txBody>
      </p:sp>
      <p:sp>
        <p:nvSpPr>
          <p:cNvPr id="151" name="Text 149"/>
          <p:cNvSpPr/>
          <p:nvPr/>
        </p:nvSpPr>
        <p:spPr>
          <a:xfrm>
            <a:off x="11045952" y="974750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88d</a:t>
            </a:r>
            <a:endParaRPr lang="en-US" sz="850" dirty="0"/>
          </a:p>
        </p:txBody>
      </p:sp>
      <p:sp>
        <p:nvSpPr>
          <p:cNvPr id="152" name="Text 150"/>
          <p:cNvSpPr/>
          <p:nvPr/>
        </p:nvSpPr>
        <p:spPr>
          <a:xfrm>
            <a:off x="11594592" y="974750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53" name="Shape 151"/>
          <p:cNvSpPr/>
          <p:nvPr/>
        </p:nvSpPr>
        <p:spPr>
          <a:xfrm>
            <a:off x="6336792" y="1163117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364224" y="1208837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155" name="Text 153"/>
          <p:cNvSpPr/>
          <p:nvPr/>
        </p:nvSpPr>
        <p:spPr>
          <a:xfrm>
            <a:off x="6601968" y="1208837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PPF-G-152X15</a:t>
            </a:r>
            <a:endParaRPr lang="en-US" sz="750" dirty="0"/>
          </a:p>
        </p:txBody>
      </p:sp>
      <p:sp>
        <p:nvSpPr>
          <p:cNvPr id="156" name="Text 154"/>
          <p:cNvSpPr/>
          <p:nvPr/>
        </p:nvSpPr>
        <p:spPr>
          <a:xfrm>
            <a:off x="9089136" y="1208837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$33,3M</a:t>
            </a:r>
            <a:endParaRPr lang="en-US" sz="850" dirty="0"/>
          </a:p>
        </p:txBody>
      </p:sp>
      <p:sp>
        <p:nvSpPr>
          <p:cNvPr id="157" name="Text 155"/>
          <p:cNvSpPr/>
          <p:nvPr/>
        </p:nvSpPr>
        <p:spPr>
          <a:xfrm>
            <a:off x="9838944" y="1208837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50,3%</a:t>
            </a:r>
            <a:endParaRPr lang="en-US" sz="850" dirty="0"/>
          </a:p>
        </p:txBody>
      </p:sp>
      <p:sp>
        <p:nvSpPr>
          <p:cNvPr id="158" name="Text 156"/>
          <p:cNvSpPr/>
          <p:nvPr/>
        </p:nvSpPr>
        <p:spPr>
          <a:xfrm>
            <a:off x="10460736" y="1208837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850" dirty="0"/>
          </a:p>
        </p:txBody>
      </p:sp>
      <p:sp>
        <p:nvSpPr>
          <p:cNvPr id="159" name="Text 157"/>
          <p:cNvSpPr/>
          <p:nvPr/>
        </p:nvSpPr>
        <p:spPr>
          <a:xfrm>
            <a:off x="11045952" y="1208837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54d</a:t>
            </a:r>
            <a:endParaRPr lang="en-US" sz="850" dirty="0"/>
          </a:p>
        </p:txBody>
      </p:sp>
      <p:sp>
        <p:nvSpPr>
          <p:cNvPr id="160" name="Text 158"/>
          <p:cNvSpPr/>
          <p:nvPr/>
        </p:nvSpPr>
        <p:spPr>
          <a:xfrm>
            <a:off x="11594592" y="1208837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850" dirty="0"/>
          </a:p>
        </p:txBody>
      </p:sp>
      <p:sp>
        <p:nvSpPr>
          <p:cNvPr id="161" name="Shape 159"/>
          <p:cNvSpPr/>
          <p:nvPr/>
        </p:nvSpPr>
        <p:spPr>
          <a:xfrm>
            <a:off x="6336792" y="1397203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6364224" y="1442923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163" name="Text 161"/>
          <p:cNvSpPr/>
          <p:nvPr/>
        </p:nvSpPr>
        <p:spPr>
          <a:xfrm>
            <a:off x="6601968" y="1442923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EXPANSIONDISC-A4-P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9089136" y="1442923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$32,9M</a:t>
            </a:r>
            <a:endParaRPr lang="en-US" sz="850" dirty="0"/>
          </a:p>
        </p:txBody>
      </p:sp>
      <p:sp>
        <p:nvSpPr>
          <p:cNvPr id="165" name="Text 163"/>
          <p:cNvSpPr/>
          <p:nvPr/>
        </p:nvSpPr>
        <p:spPr>
          <a:xfrm>
            <a:off x="9838944" y="1442923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27,3%</a:t>
            </a:r>
            <a:endParaRPr lang="en-US" sz="850" dirty="0"/>
          </a:p>
        </p:txBody>
      </p:sp>
      <p:sp>
        <p:nvSpPr>
          <p:cNvPr id="166" name="Text 164"/>
          <p:cNvSpPr/>
          <p:nvPr/>
        </p:nvSpPr>
        <p:spPr>
          <a:xfrm>
            <a:off x="10460736" y="1442923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167" name="Text 165"/>
          <p:cNvSpPr/>
          <p:nvPr/>
        </p:nvSpPr>
        <p:spPr>
          <a:xfrm>
            <a:off x="11045952" y="1442923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68" name="Text 166"/>
          <p:cNvSpPr/>
          <p:nvPr/>
        </p:nvSpPr>
        <p:spPr>
          <a:xfrm>
            <a:off x="11594592" y="1442923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69" name="Shape 167"/>
          <p:cNvSpPr/>
          <p:nvPr/>
        </p:nvSpPr>
        <p:spPr>
          <a:xfrm>
            <a:off x="6336792" y="1631290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6364224" y="1677010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171" name="Text 169"/>
          <p:cNvSpPr/>
          <p:nvPr/>
        </p:nvSpPr>
        <p:spPr>
          <a:xfrm>
            <a:off x="6601968" y="1677010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EXPANSIONDISC-A4-G</a:t>
            </a:r>
            <a:endParaRPr lang="en-US" sz="750" dirty="0"/>
          </a:p>
        </p:txBody>
      </p:sp>
      <p:sp>
        <p:nvSpPr>
          <p:cNvPr id="172" name="Text 170"/>
          <p:cNvSpPr/>
          <p:nvPr/>
        </p:nvSpPr>
        <p:spPr>
          <a:xfrm>
            <a:off x="9089136" y="1677010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$32,1M</a:t>
            </a:r>
            <a:endParaRPr lang="en-US" sz="850" dirty="0"/>
          </a:p>
        </p:txBody>
      </p:sp>
      <p:sp>
        <p:nvSpPr>
          <p:cNvPr id="173" name="Text 171"/>
          <p:cNvSpPr/>
          <p:nvPr/>
        </p:nvSpPr>
        <p:spPr>
          <a:xfrm>
            <a:off x="9838944" y="1677010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27,2%</a:t>
            </a:r>
            <a:endParaRPr lang="en-US" sz="850" dirty="0"/>
          </a:p>
        </p:txBody>
      </p:sp>
      <p:sp>
        <p:nvSpPr>
          <p:cNvPr id="174" name="Text 172"/>
          <p:cNvSpPr/>
          <p:nvPr/>
        </p:nvSpPr>
        <p:spPr>
          <a:xfrm>
            <a:off x="10460736" y="1677010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175" name="Text 173"/>
          <p:cNvSpPr/>
          <p:nvPr/>
        </p:nvSpPr>
        <p:spPr>
          <a:xfrm>
            <a:off x="11045952" y="1677010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76" name="Text 174"/>
          <p:cNvSpPr/>
          <p:nvPr/>
        </p:nvSpPr>
        <p:spPr>
          <a:xfrm>
            <a:off x="11594592" y="1677010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6336792" y="1865376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364224" y="1911096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179" name="Text 177"/>
          <p:cNvSpPr/>
          <p:nvPr/>
        </p:nvSpPr>
        <p:spPr>
          <a:xfrm>
            <a:off x="6601968" y="1911096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TAZASUB-MAGIC-CER-11OZ-BK</a:t>
            </a:r>
            <a:endParaRPr lang="en-US" sz="750" dirty="0"/>
          </a:p>
        </p:txBody>
      </p:sp>
      <p:sp>
        <p:nvSpPr>
          <p:cNvPr id="180" name="Text 178"/>
          <p:cNvSpPr/>
          <p:nvPr/>
        </p:nvSpPr>
        <p:spPr>
          <a:xfrm>
            <a:off x="9089136" y="1911096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$32,9M</a:t>
            </a:r>
            <a:endParaRPr lang="en-US" sz="850" dirty="0"/>
          </a:p>
        </p:txBody>
      </p:sp>
      <p:sp>
        <p:nvSpPr>
          <p:cNvPr id="181" name="Text 179"/>
          <p:cNvSpPr/>
          <p:nvPr/>
        </p:nvSpPr>
        <p:spPr>
          <a:xfrm>
            <a:off x="9838944" y="1911096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23,8%</a:t>
            </a:r>
            <a:endParaRPr lang="en-US" sz="850" dirty="0"/>
          </a:p>
        </p:txBody>
      </p:sp>
      <p:sp>
        <p:nvSpPr>
          <p:cNvPr id="182" name="Text 180"/>
          <p:cNvSpPr/>
          <p:nvPr/>
        </p:nvSpPr>
        <p:spPr>
          <a:xfrm>
            <a:off x="10460736" y="1911096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183" name="Text 181"/>
          <p:cNvSpPr/>
          <p:nvPr/>
        </p:nvSpPr>
        <p:spPr>
          <a:xfrm>
            <a:off x="11045952" y="1911096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84" name="Text 182"/>
          <p:cNvSpPr/>
          <p:nvPr/>
        </p:nvSpPr>
        <p:spPr>
          <a:xfrm>
            <a:off x="11594592" y="1911096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40.032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6336792" y="2099462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364224" y="2145182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187" name="Text 185"/>
          <p:cNvSpPr/>
          <p:nvPr/>
        </p:nvSpPr>
        <p:spPr>
          <a:xfrm>
            <a:off x="6601968" y="2145182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</a:t>
            </a:r>
            <a:endParaRPr lang="en-US" sz="750" dirty="0"/>
          </a:p>
        </p:txBody>
      </p:sp>
      <p:sp>
        <p:nvSpPr>
          <p:cNvPr id="188" name="Text 186"/>
          <p:cNvSpPr/>
          <p:nvPr/>
        </p:nvSpPr>
        <p:spPr>
          <a:xfrm>
            <a:off x="9089136" y="2145182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$31,2M</a:t>
            </a:r>
            <a:endParaRPr lang="en-US" sz="850" dirty="0"/>
          </a:p>
        </p:txBody>
      </p:sp>
      <p:sp>
        <p:nvSpPr>
          <p:cNvPr id="189" name="Text 187"/>
          <p:cNvSpPr/>
          <p:nvPr/>
        </p:nvSpPr>
        <p:spPr>
          <a:xfrm>
            <a:off x="9838944" y="2145182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42,1%</a:t>
            </a:r>
            <a:endParaRPr lang="en-US" sz="850" dirty="0"/>
          </a:p>
        </p:txBody>
      </p:sp>
      <p:sp>
        <p:nvSpPr>
          <p:cNvPr id="190" name="Text 188"/>
          <p:cNvSpPr/>
          <p:nvPr/>
        </p:nvSpPr>
        <p:spPr>
          <a:xfrm>
            <a:off x="10460736" y="2145182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91" name="Text 189"/>
          <p:cNvSpPr/>
          <p:nvPr/>
        </p:nvSpPr>
        <p:spPr>
          <a:xfrm>
            <a:off x="11045952" y="2145182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92" name="Text 190"/>
          <p:cNvSpPr/>
          <p:nvPr/>
        </p:nvSpPr>
        <p:spPr>
          <a:xfrm>
            <a:off x="11594592" y="2145182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6336792" y="2333549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6364224" y="2379269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195" name="Text 193"/>
          <p:cNvSpPr/>
          <p:nvPr/>
        </p:nvSpPr>
        <p:spPr>
          <a:xfrm>
            <a:off x="6601968" y="2379269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PLANCHA-SUB-GORRA-PORT</a:t>
            </a:r>
            <a:endParaRPr lang="en-US" sz="750" dirty="0"/>
          </a:p>
        </p:txBody>
      </p:sp>
      <p:sp>
        <p:nvSpPr>
          <p:cNvPr id="196" name="Text 194"/>
          <p:cNvSpPr/>
          <p:nvPr/>
        </p:nvSpPr>
        <p:spPr>
          <a:xfrm>
            <a:off x="9089136" y="2379269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$28,8M</a:t>
            </a:r>
            <a:endParaRPr lang="en-US" sz="850" dirty="0"/>
          </a:p>
        </p:txBody>
      </p:sp>
      <p:sp>
        <p:nvSpPr>
          <p:cNvPr id="197" name="Text 195"/>
          <p:cNvSpPr/>
          <p:nvPr/>
        </p:nvSpPr>
        <p:spPr>
          <a:xfrm>
            <a:off x="9838944" y="2379269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38,3%</a:t>
            </a:r>
            <a:endParaRPr lang="en-US" sz="850" dirty="0"/>
          </a:p>
        </p:txBody>
      </p:sp>
      <p:sp>
        <p:nvSpPr>
          <p:cNvPr id="198" name="Text 196"/>
          <p:cNvSpPr/>
          <p:nvPr/>
        </p:nvSpPr>
        <p:spPr>
          <a:xfrm>
            <a:off x="10460736" y="2379269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</a:t>
            </a:r>
            <a:endParaRPr lang="en-US" sz="850" dirty="0"/>
          </a:p>
        </p:txBody>
      </p:sp>
      <p:sp>
        <p:nvSpPr>
          <p:cNvPr id="199" name="Text 197"/>
          <p:cNvSpPr/>
          <p:nvPr/>
        </p:nvSpPr>
        <p:spPr>
          <a:xfrm>
            <a:off x="11045952" y="2379269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122d</a:t>
            </a:r>
            <a:endParaRPr lang="en-US" sz="850" dirty="0"/>
          </a:p>
        </p:txBody>
      </p:sp>
      <p:sp>
        <p:nvSpPr>
          <p:cNvPr id="200" name="Text 198"/>
          <p:cNvSpPr/>
          <p:nvPr/>
        </p:nvSpPr>
        <p:spPr>
          <a:xfrm>
            <a:off x="11594592" y="2379269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6336792" y="2567635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6364224" y="2613355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203" name="Text 201"/>
          <p:cNvSpPr/>
          <p:nvPr/>
        </p:nvSpPr>
        <p:spPr>
          <a:xfrm>
            <a:off x="6601968" y="2613355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PLANCHA-SUB-30X38-10EN1</a:t>
            </a:r>
            <a:endParaRPr lang="en-US" sz="750" dirty="0"/>
          </a:p>
        </p:txBody>
      </p:sp>
      <p:sp>
        <p:nvSpPr>
          <p:cNvPr id="204" name="Text 202"/>
          <p:cNvSpPr/>
          <p:nvPr/>
        </p:nvSpPr>
        <p:spPr>
          <a:xfrm>
            <a:off x="9089136" y="2613355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$28,3M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9838944" y="2613355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33,4%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10460736" y="2613355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</a:t>
            </a:r>
            <a:endParaRPr lang="en-US" sz="850" dirty="0"/>
          </a:p>
        </p:txBody>
      </p:sp>
      <p:sp>
        <p:nvSpPr>
          <p:cNvPr id="207" name="Text 205"/>
          <p:cNvSpPr/>
          <p:nvPr/>
        </p:nvSpPr>
        <p:spPr>
          <a:xfrm>
            <a:off x="11045952" y="2613355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236d</a:t>
            </a:r>
            <a:endParaRPr lang="en-US" sz="850" dirty="0"/>
          </a:p>
        </p:txBody>
      </p:sp>
      <p:sp>
        <p:nvSpPr>
          <p:cNvPr id="208" name="Text 206"/>
          <p:cNvSpPr/>
          <p:nvPr/>
        </p:nvSpPr>
        <p:spPr>
          <a:xfrm>
            <a:off x="11594592" y="2613355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6336792" y="2801722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6364224" y="2847442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6601968" y="2847442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LAM-POUCH-G-225X303MM-150MIC</a:t>
            </a:r>
            <a:endParaRPr lang="en-US" sz="750" dirty="0"/>
          </a:p>
        </p:txBody>
      </p:sp>
      <p:sp>
        <p:nvSpPr>
          <p:cNvPr id="212" name="Text 210"/>
          <p:cNvSpPr/>
          <p:nvPr/>
        </p:nvSpPr>
        <p:spPr>
          <a:xfrm>
            <a:off x="9089136" y="2847442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$26,4M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838944" y="2847442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30,1%</a:t>
            </a:r>
            <a:endParaRPr lang="en-US" sz="850" dirty="0"/>
          </a:p>
        </p:txBody>
      </p:sp>
      <p:sp>
        <p:nvSpPr>
          <p:cNvPr id="214" name="Text 212"/>
          <p:cNvSpPr/>
          <p:nvPr/>
        </p:nvSpPr>
        <p:spPr>
          <a:xfrm>
            <a:off x="10460736" y="2847442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4.637</a:t>
            </a:r>
            <a:endParaRPr lang="en-US" sz="850" dirty="0"/>
          </a:p>
        </p:txBody>
      </p:sp>
      <p:sp>
        <p:nvSpPr>
          <p:cNvPr id="215" name="Text 213"/>
          <p:cNvSpPr/>
          <p:nvPr/>
        </p:nvSpPr>
        <p:spPr>
          <a:xfrm>
            <a:off x="11045952" y="2847442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78d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11594592" y="2847442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17" name="Shape 215"/>
          <p:cNvSpPr/>
          <p:nvPr/>
        </p:nvSpPr>
        <p:spPr>
          <a:xfrm>
            <a:off x="6336792" y="3035808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6364224" y="3081528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6601968" y="3081528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PORTABANROLLUP-PVC-85X200</a:t>
            </a:r>
            <a:endParaRPr lang="en-US" sz="750" dirty="0"/>
          </a:p>
        </p:txBody>
      </p:sp>
      <p:sp>
        <p:nvSpPr>
          <p:cNvPr id="220" name="Text 218"/>
          <p:cNvSpPr/>
          <p:nvPr/>
        </p:nvSpPr>
        <p:spPr>
          <a:xfrm>
            <a:off x="9089136" y="3081528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$24,2M</a:t>
            </a:r>
            <a:endParaRPr lang="en-US" sz="850" dirty="0"/>
          </a:p>
        </p:txBody>
      </p:sp>
      <p:sp>
        <p:nvSpPr>
          <p:cNvPr id="221" name="Text 219"/>
          <p:cNvSpPr/>
          <p:nvPr/>
        </p:nvSpPr>
        <p:spPr>
          <a:xfrm>
            <a:off x="9838944" y="3081528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23,1%</a:t>
            </a:r>
            <a:endParaRPr lang="en-US" sz="850" dirty="0"/>
          </a:p>
        </p:txBody>
      </p:sp>
      <p:sp>
        <p:nvSpPr>
          <p:cNvPr id="222" name="Text 220"/>
          <p:cNvSpPr/>
          <p:nvPr/>
        </p:nvSpPr>
        <p:spPr>
          <a:xfrm>
            <a:off x="10460736" y="3081528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2.033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11045952" y="3081528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87d</a:t>
            </a:r>
            <a:endParaRPr lang="en-US" sz="850" dirty="0"/>
          </a:p>
        </p:txBody>
      </p:sp>
      <p:sp>
        <p:nvSpPr>
          <p:cNvPr id="224" name="Text 222"/>
          <p:cNvSpPr/>
          <p:nvPr/>
        </p:nvSpPr>
        <p:spPr>
          <a:xfrm>
            <a:off x="11594592" y="3081528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25" name="Shape 223"/>
          <p:cNvSpPr/>
          <p:nvPr/>
        </p:nvSpPr>
        <p:spPr>
          <a:xfrm>
            <a:off x="6336792" y="3269894"/>
            <a:ext cx="5980176" cy="234086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6364224" y="3315614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6601968" y="3315614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TERMOSUB-ALU-500ML-W</a:t>
            </a:r>
            <a:endParaRPr lang="en-US" sz="750" dirty="0"/>
          </a:p>
        </p:txBody>
      </p:sp>
      <p:sp>
        <p:nvSpPr>
          <p:cNvPr id="228" name="Text 226"/>
          <p:cNvSpPr/>
          <p:nvPr/>
        </p:nvSpPr>
        <p:spPr>
          <a:xfrm>
            <a:off x="9089136" y="3315614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$23,1M</a:t>
            </a:r>
            <a:endParaRPr lang="en-US" sz="850" dirty="0"/>
          </a:p>
        </p:txBody>
      </p:sp>
      <p:sp>
        <p:nvSpPr>
          <p:cNvPr id="229" name="Text 227"/>
          <p:cNvSpPr/>
          <p:nvPr/>
        </p:nvSpPr>
        <p:spPr>
          <a:xfrm>
            <a:off x="9838944" y="3315614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9,8%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10460736" y="3315614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231" name="Text 229"/>
          <p:cNvSpPr/>
          <p:nvPr/>
        </p:nvSpPr>
        <p:spPr>
          <a:xfrm>
            <a:off x="11045952" y="3315614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11594592" y="3315614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33" name="Shape 231"/>
          <p:cNvSpPr/>
          <p:nvPr/>
        </p:nvSpPr>
        <p:spPr>
          <a:xfrm>
            <a:off x="6336792" y="3503981"/>
            <a:ext cx="5980176" cy="234086"/>
          </a:xfrm>
          <a:prstGeom prst="rect">
            <a:avLst/>
          </a:prstGeom>
          <a:solidFill>
            <a:srgbClr val="212840"/>
          </a:solidFill>
          <a:ln w="12700">
            <a:solidFill>
              <a:srgbClr val="212840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6364224" y="3549701"/>
            <a:ext cx="192024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235" name="Text 233"/>
          <p:cNvSpPr/>
          <p:nvPr/>
        </p:nvSpPr>
        <p:spPr>
          <a:xfrm>
            <a:off x="6601968" y="3549701"/>
            <a:ext cx="244144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LAM-ROLL-M-330MM-150MTS-25MIC</a:t>
            </a:r>
            <a:endParaRPr lang="en-US" sz="750" dirty="0"/>
          </a:p>
        </p:txBody>
      </p:sp>
      <p:sp>
        <p:nvSpPr>
          <p:cNvPr id="236" name="Text 234"/>
          <p:cNvSpPr/>
          <p:nvPr/>
        </p:nvSpPr>
        <p:spPr>
          <a:xfrm>
            <a:off x="9089136" y="3549701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$15,0M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9838944" y="3549701"/>
            <a:ext cx="576072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33,2%</a:t>
            </a:r>
            <a:endParaRPr lang="en-US" sz="850" dirty="0"/>
          </a:p>
        </p:txBody>
      </p:sp>
      <p:sp>
        <p:nvSpPr>
          <p:cNvPr id="238" name="Text 236"/>
          <p:cNvSpPr/>
          <p:nvPr/>
        </p:nvSpPr>
        <p:spPr>
          <a:xfrm>
            <a:off x="10460736" y="3549701"/>
            <a:ext cx="539496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11045952" y="3549701"/>
            <a:ext cx="502920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26d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11594592" y="3549701"/>
            <a:ext cx="704088" cy="1609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41" name="Shape 239"/>
          <p:cNvSpPr/>
          <p:nvPr/>
        </p:nvSpPr>
        <p:spPr>
          <a:xfrm>
            <a:off x="6336792" y="3765499"/>
            <a:ext cx="5980176" cy="64008"/>
          </a:xfrm>
          <a:prstGeom prst="rect">
            <a:avLst/>
          </a:prstGeom>
          <a:solidFill>
            <a:srgbClr val="2E3554"/>
          </a:solidFill>
          <a:ln w="12700">
            <a:solidFill>
              <a:srgbClr val="2E3554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336792" y="3765499"/>
            <a:ext cx="372565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5394960" y="6291072"/>
            <a:ext cx="91440" cy="91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5522976" y="6281928"/>
            <a:ext cx="20116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stock / 0–30d crítico</a:t>
            </a:r>
            <a:endParaRPr lang="en-US" sz="750" dirty="0"/>
          </a:p>
        </p:txBody>
      </p:sp>
      <p:sp>
        <p:nvSpPr>
          <p:cNvPr id="245" name="Shape 243"/>
          <p:cNvSpPr/>
          <p:nvPr/>
        </p:nvSpPr>
        <p:spPr>
          <a:xfrm>
            <a:off x="7552944" y="629107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7680960" y="6281928"/>
            <a:ext cx="20116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 · atención</a:t>
            </a:r>
            <a:endParaRPr lang="en-US" sz="750" dirty="0"/>
          </a:p>
        </p:txBody>
      </p:sp>
      <p:sp>
        <p:nvSpPr>
          <p:cNvPr id="247" name="Shape 245"/>
          <p:cNvSpPr/>
          <p:nvPr/>
        </p:nvSpPr>
        <p:spPr>
          <a:xfrm>
            <a:off x="9710928" y="6291072"/>
            <a:ext cx="91440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9838944" y="6281928"/>
            <a:ext cx="20116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+60d · saludable · o tiene pedido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2026-10-05T20:33:58Z</dcterms:created>
  <dcterms:modified xsi:type="dcterms:W3CDTF">2026-10-05T20:33:58Z</dcterms:modified>
</cp:coreProperties>
</file>