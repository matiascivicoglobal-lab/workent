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5"/>
          </a:solidFill>
          <a:ln w="12700">
            <a:solidFill>
              <a:srgbClr val="1A1F3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9144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 PRODUCTOS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" y="420624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Consolidada Ecom + Táctica · Ene–Sep 2026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9235440" y="960120"/>
            <a:ext cx="2651760" cy="841248"/>
          </a:xfrm>
          <a:prstGeom prst="rect">
            <a:avLst>
              <a:gd name="adj" fmla="val 65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103327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total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9372600" y="1216152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$2.283M ARS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9235440" y="1965960"/>
            <a:ext cx="2651760" cy="841248"/>
          </a:xfrm>
          <a:prstGeom prst="rect">
            <a:avLst>
              <a:gd name="adj" fmla="val 65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72600" y="203911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25 = del total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372600" y="2221992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62,3%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9235440" y="2971800"/>
            <a:ext cx="2651760" cy="841248"/>
          </a:xfrm>
          <a:prstGeom prst="rect">
            <a:avLst>
              <a:gd name="adj" fmla="val 6522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72600" y="3044952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 top 25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372600" y="3227832"/>
            <a:ext cx="23774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$1.421M ARS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235440" y="4041648"/>
            <a:ext cx="2651760" cy="2487168"/>
          </a:xfrm>
          <a:prstGeom prst="rect">
            <a:avLst>
              <a:gd name="adj" fmla="val 2206"/>
            </a:avLst>
          </a:prstGeom>
          <a:solidFill>
            <a:srgbClr val="2E3554"/>
          </a:solidFill>
          <a:ln w="12700">
            <a:solidFill>
              <a:srgbClr val="3E4A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72600" y="4133088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 dominantes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372600" y="440740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🔵 Sublimación: 7 SKUs · $722M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372600" y="4791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⚪ Laminación: 3 SKUs · $124M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372600" y="517550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🟡 Tazas: 2 SKUs · $136M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9372600" y="555955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🟠 PPF / Mesh: 2 SKUs · $69M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372600" y="59436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Espiraladoras: 1 SKU · $55M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868680"/>
            <a:ext cx="8823960" cy="205740"/>
          </a:xfrm>
          <a:prstGeom prst="rect">
            <a:avLst/>
          </a:prstGeom>
          <a:solidFill>
            <a:srgbClr val="2D3650"/>
          </a:solidFill>
          <a:ln w="12700">
            <a:solidFill>
              <a:srgbClr val="2D365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0896" y="89611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3504" y="89611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621024" y="8961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Ecom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0016" y="8961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Táctica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779008" y="8961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Total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858000" y="89611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863840" y="8961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Acum%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107442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" y="1083564"/>
            <a:ext cx="36576" cy="1874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0896" y="110185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03504" y="110185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PLANCHA-SUB-30X38-5EN1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21024" y="11018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$180.5M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00016" y="11018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$91.1M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5779008" y="11018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$271.6M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858000" y="110185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36.0%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7863840" y="11018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11.9%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74320" y="128016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74320" y="1289304"/>
            <a:ext cx="36576" cy="1874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10896" y="130759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03504" y="130759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PLANCHA-SUB-PORTATIL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3621024" y="13075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$53.4M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700016" y="13075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$73.3M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779008" y="13075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$126.6M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6858000" y="130759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35.2%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863840" y="13075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17.4%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274320" y="148590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1495044"/>
            <a:ext cx="36576" cy="1874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0896" y="151333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03504" y="151333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TAZASUB-ST-CER-11OZ-WG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3621024" y="15133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$259K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700016" y="15133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$112.6M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5779008" y="15133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$112.9M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858000" y="151333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7.9%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7863840" y="15133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22.4%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274320" y="169164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74320" y="1700784"/>
            <a:ext cx="36576" cy="1874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10896" y="171907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603504" y="171907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PLANCHA-SUB-40X60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3621024" y="17190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$50.3M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700016" y="17190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$50.4M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5779008" y="17190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$100.7M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6858000" y="171907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44.4%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7863840" y="17190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26.8%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274320" y="189738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74320" y="1906524"/>
            <a:ext cx="36576" cy="18745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10896" y="192481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sp>
        <p:nvSpPr>
          <p:cNvPr id="69" name="Text 67"/>
          <p:cNvSpPr/>
          <p:nvPr/>
        </p:nvSpPr>
        <p:spPr>
          <a:xfrm>
            <a:off x="603504" y="192481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PLANCHA-SUB-AUTO-38X38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3621024" y="19248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$40.5M</a:t>
            </a:r>
            <a:endParaRPr lang="en-US" sz="850" dirty="0"/>
          </a:p>
        </p:txBody>
      </p:sp>
      <p:sp>
        <p:nvSpPr>
          <p:cNvPr id="71" name="Text 69"/>
          <p:cNvSpPr/>
          <p:nvPr/>
        </p:nvSpPr>
        <p:spPr>
          <a:xfrm>
            <a:off x="4700016" y="19248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$57.1M</a:t>
            </a:r>
            <a:endParaRPr lang="en-US" sz="850" dirty="0"/>
          </a:p>
        </p:txBody>
      </p:sp>
      <p:sp>
        <p:nvSpPr>
          <p:cNvPr id="72" name="Text 70"/>
          <p:cNvSpPr/>
          <p:nvPr/>
        </p:nvSpPr>
        <p:spPr>
          <a:xfrm>
            <a:off x="5779008" y="19248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$97.7M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6858000" y="192481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34.0%</a:t>
            </a:r>
            <a:endParaRPr lang="en-US" sz="850" dirty="0"/>
          </a:p>
        </p:txBody>
      </p:sp>
      <p:sp>
        <p:nvSpPr>
          <p:cNvPr id="74" name="Text 72"/>
          <p:cNvSpPr/>
          <p:nvPr/>
        </p:nvSpPr>
        <p:spPr>
          <a:xfrm>
            <a:off x="7863840" y="19248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31.1%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274320" y="210312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10896" y="213055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sp>
        <p:nvSpPr>
          <p:cNvPr id="77" name="Text 75"/>
          <p:cNvSpPr/>
          <p:nvPr/>
        </p:nvSpPr>
        <p:spPr>
          <a:xfrm>
            <a:off x="603504" y="213055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PLANCHA-SUB-26X26-PORT</a:t>
            </a:r>
            <a:endParaRPr lang="en-US" sz="750" dirty="0"/>
          </a:p>
        </p:txBody>
      </p:sp>
      <p:sp>
        <p:nvSpPr>
          <p:cNvPr id="78" name="Text 76"/>
          <p:cNvSpPr/>
          <p:nvPr/>
        </p:nvSpPr>
        <p:spPr>
          <a:xfrm>
            <a:off x="3621024" y="21305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$18.6M</a:t>
            </a:r>
            <a:endParaRPr lang="en-US" sz="850" dirty="0"/>
          </a:p>
        </p:txBody>
      </p:sp>
      <p:sp>
        <p:nvSpPr>
          <p:cNvPr id="79" name="Text 77"/>
          <p:cNvSpPr/>
          <p:nvPr/>
        </p:nvSpPr>
        <p:spPr>
          <a:xfrm>
            <a:off x="4700016" y="21305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$44.1M</a:t>
            </a:r>
            <a:endParaRPr lang="en-US" sz="850" dirty="0"/>
          </a:p>
        </p:txBody>
      </p:sp>
      <p:sp>
        <p:nvSpPr>
          <p:cNvPr id="80" name="Text 78"/>
          <p:cNvSpPr/>
          <p:nvPr/>
        </p:nvSpPr>
        <p:spPr>
          <a:xfrm>
            <a:off x="5779008" y="21305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$62.6M</a:t>
            </a:r>
            <a:endParaRPr lang="en-US" sz="850" dirty="0"/>
          </a:p>
        </p:txBody>
      </p:sp>
      <p:sp>
        <p:nvSpPr>
          <p:cNvPr id="81" name="Text 79"/>
          <p:cNvSpPr/>
          <p:nvPr/>
        </p:nvSpPr>
        <p:spPr>
          <a:xfrm>
            <a:off x="6858000" y="213055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38.0%</a:t>
            </a:r>
            <a:endParaRPr lang="en-US" sz="850" dirty="0"/>
          </a:p>
        </p:txBody>
      </p:sp>
      <p:sp>
        <p:nvSpPr>
          <p:cNvPr id="82" name="Text 80"/>
          <p:cNvSpPr/>
          <p:nvPr/>
        </p:nvSpPr>
        <p:spPr>
          <a:xfrm>
            <a:off x="7863840" y="21305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33.8%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274320" y="230886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10896" y="233629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85" name="Text 83"/>
          <p:cNvSpPr/>
          <p:nvPr/>
        </p:nvSpPr>
        <p:spPr>
          <a:xfrm>
            <a:off x="603504" y="233629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ESPIRALADORA-M-A4</a:t>
            </a:r>
            <a:endParaRPr lang="en-US" sz="750" dirty="0"/>
          </a:p>
        </p:txBody>
      </p:sp>
      <p:sp>
        <p:nvSpPr>
          <p:cNvPr id="86" name="Text 84"/>
          <p:cNvSpPr/>
          <p:nvPr/>
        </p:nvSpPr>
        <p:spPr>
          <a:xfrm>
            <a:off x="3621024" y="23362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$5.9M</a:t>
            </a:r>
            <a:endParaRPr lang="en-US" sz="850" dirty="0"/>
          </a:p>
        </p:txBody>
      </p:sp>
      <p:sp>
        <p:nvSpPr>
          <p:cNvPr id="87" name="Text 85"/>
          <p:cNvSpPr/>
          <p:nvPr/>
        </p:nvSpPr>
        <p:spPr>
          <a:xfrm>
            <a:off x="4700016" y="23362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$49.2M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5779008" y="23362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$55.1M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6858000" y="233629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13.2%</a:t>
            </a:r>
            <a:endParaRPr lang="en-US" sz="850" dirty="0"/>
          </a:p>
        </p:txBody>
      </p:sp>
      <p:sp>
        <p:nvSpPr>
          <p:cNvPr id="90" name="Text 88"/>
          <p:cNvSpPr/>
          <p:nvPr/>
        </p:nvSpPr>
        <p:spPr>
          <a:xfrm>
            <a:off x="7863840" y="23362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36.2%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274320" y="251460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10896" y="254203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93" name="Text 91"/>
          <p:cNvSpPr/>
          <p:nvPr/>
        </p:nvSpPr>
        <p:spPr>
          <a:xfrm>
            <a:off x="603504" y="254203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LAMINATOR-330MM-V2</a:t>
            </a:r>
            <a:endParaRPr lang="en-US" sz="750" dirty="0"/>
          </a:p>
        </p:txBody>
      </p:sp>
      <p:sp>
        <p:nvSpPr>
          <p:cNvPr id="94" name="Text 92"/>
          <p:cNvSpPr/>
          <p:nvPr/>
        </p:nvSpPr>
        <p:spPr>
          <a:xfrm>
            <a:off x="3621024" y="25420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$18.1M</a:t>
            </a:r>
            <a:endParaRPr lang="en-US" sz="850" dirty="0"/>
          </a:p>
        </p:txBody>
      </p:sp>
      <p:sp>
        <p:nvSpPr>
          <p:cNvPr id="95" name="Text 93"/>
          <p:cNvSpPr/>
          <p:nvPr/>
        </p:nvSpPr>
        <p:spPr>
          <a:xfrm>
            <a:off x="4700016" y="25420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$30.1M</a:t>
            </a:r>
            <a:endParaRPr lang="en-US" sz="850" dirty="0"/>
          </a:p>
        </p:txBody>
      </p:sp>
      <p:sp>
        <p:nvSpPr>
          <p:cNvPr id="96" name="Text 94"/>
          <p:cNvSpPr/>
          <p:nvPr/>
        </p:nvSpPr>
        <p:spPr>
          <a:xfrm>
            <a:off x="5779008" y="25420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$48.1M</a:t>
            </a:r>
            <a:endParaRPr lang="en-US" sz="850" dirty="0"/>
          </a:p>
        </p:txBody>
      </p:sp>
      <p:sp>
        <p:nvSpPr>
          <p:cNvPr id="97" name="Text 95"/>
          <p:cNvSpPr/>
          <p:nvPr/>
        </p:nvSpPr>
        <p:spPr>
          <a:xfrm>
            <a:off x="6858000" y="254203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36.1%</a:t>
            </a:r>
            <a:endParaRPr lang="en-US" sz="850" dirty="0"/>
          </a:p>
        </p:txBody>
      </p:sp>
      <p:sp>
        <p:nvSpPr>
          <p:cNvPr id="98" name="Text 96"/>
          <p:cNvSpPr/>
          <p:nvPr/>
        </p:nvSpPr>
        <p:spPr>
          <a:xfrm>
            <a:off x="7863840" y="25420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38.3%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274320" y="272034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10896" y="274777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sp>
        <p:nvSpPr>
          <p:cNvPr id="101" name="Text 99"/>
          <p:cNvSpPr/>
          <p:nvPr/>
        </p:nvSpPr>
        <p:spPr>
          <a:xfrm>
            <a:off x="603504" y="274777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PLANCHA-SUB-TERMO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3621024" y="27477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$8.9M</a:t>
            </a:r>
            <a:endParaRPr lang="en-US" sz="850" dirty="0"/>
          </a:p>
        </p:txBody>
      </p:sp>
      <p:sp>
        <p:nvSpPr>
          <p:cNvPr id="103" name="Text 101"/>
          <p:cNvSpPr/>
          <p:nvPr/>
        </p:nvSpPr>
        <p:spPr>
          <a:xfrm>
            <a:off x="4700016" y="27477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$32.3M</a:t>
            </a:r>
            <a:endParaRPr lang="en-US" sz="850" dirty="0"/>
          </a:p>
        </p:txBody>
      </p:sp>
      <p:sp>
        <p:nvSpPr>
          <p:cNvPr id="104" name="Text 102"/>
          <p:cNvSpPr/>
          <p:nvPr/>
        </p:nvSpPr>
        <p:spPr>
          <a:xfrm>
            <a:off x="5779008" y="27477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$41.2M</a:t>
            </a:r>
            <a:endParaRPr lang="en-US" sz="850" dirty="0"/>
          </a:p>
        </p:txBody>
      </p:sp>
      <p:sp>
        <p:nvSpPr>
          <p:cNvPr id="105" name="Text 103"/>
          <p:cNvSpPr/>
          <p:nvPr/>
        </p:nvSpPr>
        <p:spPr>
          <a:xfrm>
            <a:off x="6858000" y="274777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37.7%</a:t>
            </a:r>
            <a:endParaRPr lang="en-US" sz="850" dirty="0"/>
          </a:p>
        </p:txBody>
      </p:sp>
      <p:sp>
        <p:nvSpPr>
          <p:cNvPr id="106" name="Text 104"/>
          <p:cNvSpPr/>
          <p:nvPr/>
        </p:nvSpPr>
        <p:spPr>
          <a:xfrm>
            <a:off x="7863840" y="27477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40.1%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274320" y="292608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10896" y="295351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109" name="Text 107"/>
          <p:cNvSpPr/>
          <p:nvPr/>
        </p:nvSpPr>
        <p:spPr>
          <a:xfrm>
            <a:off x="603504" y="295351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LAMINATOR-240MM-V2</a:t>
            </a:r>
            <a:endParaRPr lang="en-US" sz="750" dirty="0"/>
          </a:p>
        </p:txBody>
      </p:sp>
      <p:sp>
        <p:nvSpPr>
          <p:cNvPr id="110" name="Text 108"/>
          <p:cNvSpPr/>
          <p:nvPr/>
        </p:nvSpPr>
        <p:spPr>
          <a:xfrm>
            <a:off x="3621024" y="29535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$25.1M</a:t>
            </a:r>
            <a:endParaRPr lang="en-US" sz="850" dirty="0"/>
          </a:p>
        </p:txBody>
      </p:sp>
      <p:sp>
        <p:nvSpPr>
          <p:cNvPr id="111" name="Text 109"/>
          <p:cNvSpPr/>
          <p:nvPr/>
        </p:nvSpPr>
        <p:spPr>
          <a:xfrm>
            <a:off x="4700016" y="29535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$16.1M</a:t>
            </a:r>
            <a:endParaRPr lang="en-US" sz="850" dirty="0"/>
          </a:p>
        </p:txBody>
      </p:sp>
      <p:sp>
        <p:nvSpPr>
          <p:cNvPr id="112" name="Text 110"/>
          <p:cNvSpPr/>
          <p:nvPr/>
        </p:nvSpPr>
        <p:spPr>
          <a:xfrm>
            <a:off x="5779008" y="29535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$41.2M</a:t>
            </a:r>
            <a:endParaRPr lang="en-US" sz="850" dirty="0"/>
          </a:p>
        </p:txBody>
      </p:sp>
      <p:sp>
        <p:nvSpPr>
          <p:cNvPr id="113" name="Text 111"/>
          <p:cNvSpPr/>
          <p:nvPr/>
        </p:nvSpPr>
        <p:spPr>
          <a:xfrm>
            <a:off x="6858000" y="295351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34.3%</a:t>
            </a:r>
            <a:endParaRPr lang="en-US" sz="850" dirty="0"/>
          </a:p>
        </p:txBody>
      </p:sp>
      <p:sp>
        <p:nvSpPr>
          <p:cNvPr id="114" name="Text 112"/>
          <p:cNvSpPr/>
          <p:nvPr/>
        </p:nvSpPr>
        <p:spPr>
          <a:xfrm>
            <a:off x="7863840" y="29535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42.0%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274320" y="313182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10896" y="315925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17" name="Text 115"/>
          <p:cNvSpPr/>
          <p:nvPr/>
        </p:nvSpPr>
        <p:spPr>
          <a:xfrm>
            <a:off x="603504" y="315925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GLOBAL-G720S</a:t>
            </a:r>
            <a:endParaRPr lang="en-US" sz="750" dirty="0"/>
          </a:p>
        </p:txBody>
      </p:sp>
      <p:sp>
        <p:nvSpPr>
          <p:cNvPr id="118" name="Text 116"/>
          <p:cNvSpPr/>
          <p:nvPr/>
        </p:nvSpPr>
        <p:spPr>
          <a:xfrm>
            <a:off x="3621024" y="31592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$25.8M</a:t>
            </a:r>
            <a:endParaRPr lang="en-US" sz="850" dirty="0"/>
          </a:p>
        </p:txBody>
      </p:sp>
      <p:sp>
        <p:nvSpPr>
          <p:cNvPr id="119" name="Text 117"/>
          <p:cNvSpPr/>
          <p:nvPr/>
        </p:nvSpPr>
        <p:spPr>
          <a:xfrm>
            <a:off x="4700016" y="31592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850" dirty="0"/>
          </a:p>
        </p:txBody>
      </p:sp>
      <p:sp>
        <p:nvSpPr>
          <p:cNvPr id="120" name="Text 118"/>
          <p:cNvSpPr/>
          <p:nvPr/>
        </p:nvSpPr>
        <p:spPr>
          <a:xfrm>
            <a:off x="5779008" y="31592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$38.9M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6858000" y="315925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13.3%</a:t>
            </a:r>
            <a:endParaRPr lang="en-US" sz="850" dirty="0"/>
          </a:p>
        </p:txBody>
      </p:sp>
      <p:sp>
        <p:nvSpPr>
          <p:cNvPr id="122" name="Text 120"/>
          <p:cNvSpPr/>
          <p:nvPr/>
        </p:nvSpPr>
        <p:spPr>
          <a:xfrm>
            <a:off x="7863840" y="31592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43.7%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74320" y="333756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310896" y="336499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sp>
        <p:nvSpPr>
          <p:cNvPr id="125" name="Text 123"/>
          <p:cNvSpPr/>
          <p:nvPr/>
        </p:nvSpPr>
        <p:spPr>
          <a:xfrm>
            <a:off x="603504" y="336499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PLANCHA-SUB-AUTO-TERMO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3621024" y="33649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$23.3M</a:t>
            </a:r>
            <a:endParaRPr lang="en-US" sz="850" dirty="0"/>
          </a:p>
        </p:txBody>
      </p:sp>
      <p:sp>
        <p:nvSpPr>
          <p:cNvPr id="127" name="Text 125"/>
          <p:cNvSpPr/>
          <p:nvPr/>
        </p:nvSpPr>
        <p:spPr>
          <a:xfrm>
            <a:off x="4700016" y="33649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$14.6M</a:t>
            </a:r>
            <a:endParaRPr lang="en-US" sz="850" dirty="0"/>
          </a:p>
        </p:txBody>
      </p:sp>
      <p:sp>
        <p:nvSpPr>
          <p:cNvPr id="128" name="Text 126"/>
          <p:cNvSpPr/>
          <p:nvPr/>
        </p:nvSpPr>
        <p:spPr>
          <a:xfrm>
            <a:off x="5779008" y="33649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$37.9M</a:t>
            </a:r>
            <a:endParaRPr lang="en-US" sz="850" dirty="0"/>
          </a:p>
        </p:txBody>
      </p:sp>
      <p:sp>
        <p:nvSpPr>
          <p:cNvPr id="129" name="Text 127"/>
          <p:cNvSpPr/>
          <p:nvPr/>
        </p:nvSpPr>
        <p:spPr>
          <a:xfrm>
            <a:off x="6858000" y="336499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34.7%</a:t>
            </a:r>
            <a:endParaRPr lang="en-US" sz="850" dirty="0"/>
          </a:p>
        </p:txBody>
      </p:sp>
      <p:sp>
        <p:nvSpPr>
          <p:cNvPr id="130" name="Text 128"/>
          <p:cNvSpPr/>
          <p:nvPr/>
        </p:nvSpPr>
        <p:spPr>
          <a:xfrm>
            <a:off x="7863840" y="33649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45.3%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274320" y="354330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310896" y="357073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sp>
        <p:nvSpPr>
          <p:cNvPr id="133" name="Text 131"/>
          <p:cNvSpPr/>
          <p:nvPr/>
        </p:nvSpPr>
        <p:spPr>
          <a:xfrm>
            <a:off x="603504" y="357073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MESH-LINER-12X12-320X50MT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3621024" y="35707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850" dirty="0"/>
          </a:p>
        </p:txBody>
      </p:sp>
      <p:sp>
        <p:nvSpPr>
          <p:cNvPr id="135" name="Text 133"/>
          <p:cNvSpPr/>
          <p:nvPr/>
        </p:nvSpPr>
        <p:spPr>
          <a:xfrm>
            <a:off x="4700016" y="35707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$35.7M</a:t>
            </a:r>
            <a:endParaRPr lang="en-US" sz="850" dirty="0"/>
          </a:p>
        </p:txBody>
      </p:sp>
      <p:sp>
        <p:nvSpPr>
          <p:cNvPr id="136" name="Text 134"/>
          <p:cNvSpPr/>
          <p:nvPr/>
        </p:nvSpPr>
        <p:spPr>
          <a:xfrm>
            <a:off x="5779008" y="35707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$35.7M</a:t>
            </a:r>
            <a:endParaRPr lang="en-US" sz="850" dirty="0"/>
          </a:p>
        </p:txBody>
      </p:sp>
      <p:sp>
        <p:nvSpPr>
          <p:cNvPr id="137" name="Text 135"/>
          <p:cNvSpPr/>
          <p:nvPr/>
        </p:nvSpPr>
        <p:spPr>
          <a:xfrm>
            <a:off x="6858000" y="357073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-31.2%</a:t>
            </a:r>
            <a:endParaRPr lang="en-US" sz="850" dirty="0"/>
          </a:p>
        </p:txBody>
      </p:sp>
      <p:sp>
        <p:nvSpPr>
          <p:cNvPr id="138" name="Text 136"/>
          <p:cNvSpPr/>
          <p:nvPr/>
        </p:nvSpPr>
        <p:spPr>
          <a:xfrm>
            <a:off x="7863840" y="35707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46.9%</a:t>
            </a:r>
            <a:endParaRPr lang="en-US" sz="850" dirty="0"/>
          </a:p>
        </p:txBody>
      </p:sp>
      <p:sp>
        <p:nvSpPr>
          <p:cNvPr id="139" name="Shape 137"/>
          <p:cNvSpPr/>
          <p:nvPr/>
        </p:nvSpPr>
        <p:spPr>
          <a:xfrm>
            <a:off x="274320" y="374904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310896" y="377647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sp>
        <p:nvSpPr>
          <p:cNvPr id="141" name="Text 139"/>
          <p:cNvSpPr/>
          <p:nvPr/>
        </p:nvSpPr>
        <p:spPr>
          <a:xfrm>
            <a:off x="603504" y="377647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LAMINATOR-230MM-V2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3621024" y="37764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$22.8M</a:t>
            </a:r>
            <a:endParaRPr lang="en-US" sz="850" dirty="0"/>
          </a:p>
        </p:txBody>
      </p:sp>
      <p:sp>
        <p:nvSpPr>
          <p:cNvPr id="143" name="Text 141"/>
          <p:cNvSpPr/>
          <p:nvPr/>
        </p:nvSpPr>
        <p:spPr>
          <a:xfrm>
            <a:off x="4700016" y="37764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$12.5M</a:t>
            </a:r>
            <a:endParaRPr lang="en-US" sz="850" dirty="0"/>
          </a:p>
        </p:txBody>
      </p:sp>
      <p:sp>
        <p:nvSpPr>
          <p:cNvPr id="144" name="Text 142"/>
          <p:cNvSpPr/>
          <p:nvPr/>
        </p:nvSpPr>
        <p:spPr>
          <a:xfrm>
            <a:off x="5779008" y="37764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$35.3M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6858000" y="377647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27.1%</a:t>
            </a:r>
            <a:endParaRPr lang="en-US" sz="850" dirty="0"/>
          </a:p>
        </p:txBody>
      </p:sp>
      <p:sp>
        <p:nvSpPr>
          <p:cNvPr id="146" name="Text 144"/>
          <p:cNvSpPr/>
          <p:nvPr/>
        </p:nvSpPr>
        <p:spPr>
          <a:xfrm>
            <a:off x="7863840" y="37764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48.4%</a:t>
            </a:r>
            <a:endParaRPr lang="en-US" sz="850" dirty="0"/>
          </a:p>
        </p:txBody>
      </p:sp>
      <p:sp>
        <p:nvSpPr>
          <p:cNvPr id="147" name="Shape 145"/>
          <p:cNvSpPr/>
          <p:nvPr/>
        </p:nvSpPr>
        <p:spPr>
          <a:xfrm>
            <a:off x="274320" y="395478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310896" y="398221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sp>
        <p:nvSpPr>
          <p:cNvPr id="149" name="Text 147"/>
          <p:cNvSpPr/>
          <p:nvPr/>
        </p:nvSpPr>
        <p:spPr>
          <a:xfrm>
            <a:off x="603504" y="398221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PPF-G-152X15</a:t>
            </a:r>
            <a:endParaRPr lang="en-US" sz="750" dirty="0"/>
          </a:p>
        </p:txBody>
      </p:sp>
      <p:sp>
        <p:nvSpPr>
          <p:cNvPr id="150" name="Text 148"/>
          <p:cNvSpPr/>
          <p:nvPr/>
        </p:nvSpPr>
        <p:spPr>
          <a:xfrm>
            <a:off x="3621024" y="39822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</a:t>
            </a:r>
            <a:endParaRPr lang="en-US" sz="850" dirty="0"/>
          </a:p>
        </p:txBody>
      </p:sp>
      <p:sp>
        <p:nvSpPr>
          <p:cNvPr id="151" name="Text 149"/>
          <p:cNvSpPr/>
          <p:nvPr/>
        </p:nvSpPr>
        <p:spPr>
          <a:xfrm>
            <a:off x="4700016" y="39822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$33.3M</a:t>
            </a:r>
            <a:endParaRPr lang="en-US" sz="850" dirty="0"/>
          </a:p>
        </p:txBody>
      </p:sp>
      <p:sp>
        <p:nvSpPr>
          <p:cNvPr id="152" name="Text 150"/>
          <p:cNvSpPr/>
          <p:nvPr/>
        </p:nvSpPr>
        <p:spPr>
          <a:xfrm>
            <a:off x="5779008" y="39822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$33.3M</a:t>
            </a:r>
            <a:endParaRPr lang="en-US" sz="850" dirty="0"/>
          </a:p>
        </p:txBody>
      </p:sp>
      <p:sp>
        <p:nvSpPr>
          <p:cNvPr id="153" name="Text 151"/>
          <p:cNvSpPr/>
          <p:nvPr/>
        </p:nvSpPr>
        <p:spPr>
          <a:xfrm>
            <a:off x="6858000" y="398221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50.3%</a:t>
            </a:r>
            <a:endParaRPr lang="en-US" sz="850" dirty="0"/>
          </a:p>
        </p:txBody>
      </p:sp>
      <p:sp>
        <p:nvSpPr>
          <p:cNvPr id="154" name="Text 152"/>
          <p:cNvSpPr/>
          <p:nvPr/>
        </p:nvSpPr>
        <p:spPr>
          <a:xfrm>
            <a:off x="7863840" y="39822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49.9%</a:t>
            </a:r>
            <a:endParaRPr lang="en-US" sz="850" dirty="0"/>
          </a:p>
        </p:txBody>
      </p:sp>
      <p:sp>
        <p:nvSpPr>
          <p:cNvPr id="155" name="Shape 153"/>
          <p:cNvSpPr/>
          <p:nvPr/>
        </p:nvSpPr>
        <p:spPr>
          <a:xfrm>
            <a:off x="274320" y="416052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310896" y="418795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  <p:sp>
        <p:nvSpPr>
          <p:cNvPr id="157" name="Text 155"/>
          <p:cNvSpPr/>
          <p:nvPr/>
        </p:nvSpPr>
        <p:spPr>
          <a:xfrm>
            <a:off x="603504" y="418795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TAZASUB-MAGIC-CER-11OZ-BK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3621024" y="41879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$114K</a:t>
            </a:r>
            <a:endParaRPr lang="en-US" sz="850" dirty="0"/>
          </a:p>
        </p:txBody>
      </p:sp>
      <p:sp>
        <p:nvSpPr>
          <p:cNvPr id="159" name="Text 157"/>
          <p:cNvSpPr/>
          <p:nvPr/>
        </p:nvSpPr>
        <p:spPr>
          <a:xfrm>
            <a:off x="4700016" y="41879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$32.8M</a:t>
            </a:r>
            <a:endParaRPr lang="en-US" sz="850" dirty="0"/>
          </a:p>
        </p:txBody>
      </p:sp>
      <p:sp>
        <p:nvSpPr>
          <p:cNvPr id="160" name="Text 158"/>
          <p:cNvSpPr/>
          <p:nvPr/>
        </p:nvSpPr>
        <p:spPr>
          <a:xfrm>
            <a:off x="5779008" y="41879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$32.9M</a:t>
            </a:r>
            <a:endParaRPr lang="en-US" sz="850" dirty="0"/>
          </a:p>
        </p:txBody>
      </p:sp>
      <p:sp>
        <p:nvSpPr>
          <p:cNvPr id="161" name="Text 159"/>
          <p:cNvSpPr/>
          <p:nvPr/>
        </p:nvSpPr>
        <p:spPr>
          <a:xfrm>
            <a:off x="6858000" y="418795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23.8%</a:t>
            </a:r>
            <a:endParaRPr lang="en-US" sz="850" dirty="0"/>
          </a:p>
        </p:txBody>
      </p:sp>
      <p:sp>
        <p:nvSpPr>
          <p:cNvPr id="162" name="Text 160"/>
          <p:cNvSpPr/>
          <p:nvPr/>
        </p:nvSpPr>
        <p:spPr>
          <a:xfrm>
            <a:off x="7863840" y="41879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51.3%</a:t>
            </a:r>
            <a:endParaRPr lang="en-US" sz="850" dirty="0"/>
          </a:p>
        </p:txBody>
      </p:sp>
      <p:sp>
        <p:nvSpPr>
          <p:cNvPr id="163" name="Shape 161"/>
          <p:cNvSpPr/>
          <p:nvPr/>
        </p:nvSpPr>
        <p:spPr>
          <a:xfrm>
            <a:off x="274320" y="436626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310896" y="439369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  <p:sp>
        <p:nvSpPr>
          <p:cNvPr id="165" name="Text 163"/>
          <p:cNvSpPr/>
          <p:nvPr/>
        </p:nvSpPr>
        <p:spPr>
          <a:xfrm>
            <a:off x="603504" y="439369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EXPANSIONDISC-A4-P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3621024" y="43936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$1.3M</a:t>
            </a:r>
            <a:endParaRPr lang="en-US" sz="850" dirty="0"/>
          </a:p>
        </p:txBody>
      </p:sp>
      <p:sp>
        <p:nvSpPr>
          <p:cNvPr id="167" name="Text 165"/>
          <p:cNvSpPr/>
          <p:nvPr/>
        </p:nvSpPr>
        <p:spPr>
          <a:xfrm>
            <a:off x="4700016" y="43936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$31.6M</a:t>
            </a:r>
            <a:endParaRPr lang="en-US" sz="850" dirty="0"/>
          </a:p>
        </p:txBody>
      </p:sp>
      <p:sp>
        <p:nvSpPr>
          <p:cNvPr id="168" name="Text 166"/>
          <p:cNvSpPr/>
          <p:nvPr/>
        </p:nvSpPr>
        <p:spPr>
          <a:xfrm>
            <a:off x="5779008" y="43936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$32.9M</a:t>
            </a:r>
            <a:endParaRPr lang="en-US" sz="850" dirty="0"/>
          </a:p>
        </p:txBody>
      </p:sp>
      <p:sp>
        <p:nvSpPr>
          <p:cNvPr id="169" name="Text 167"/>
          <p:cNvSpPr/>
          <p:nvPr/>
        </p:nvSpPr>
        <p:spPr>
          <a:xfrm>
            <a:off x="6858000" y="439369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27.3%</a:t>
            </a:r>
            <a:endParaRPr lang="en-US" sz="850" dirty="0"/>
          </a:p>
        </p:txBody>
      </p:sp>
      <p:sp>
        <p:nvSpPr>
          <p:cNvPr id="170" name="Text 168"/>
          <p:cNvSpPr/>
          <p:nvPr/>
        </p:nvSpPr>
        <p:spPr>
          <a:xfrm>
            <a:off x="7863840" y="43936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52.8%</a:t>
            </a:r>
            <a:endParaRPr lang="en-US" sz="850" dirty="0"/>
          </a:p>
        </p:txBody>
      </p:sp>
      <p:sp>
        <p:nvSpPr>
          <p:cNvPr id="171" name="Shape 169"/>
          <p:cNvSpPr/>
          <p:nvPr/>
        </p:nvSpPr>
        <p:spPr>
          <a:xfrm>
            <a:off x="274320" y="457200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310896" y="459943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  <p:sp>
        <p:nvSpPr>
          <p:cNvPr id="173" name="Text 171"/>
          <p:cNvSpPr/>
          <p:nvPr/>
        </p:nvSpPr>
        <p:spPr>
          <a:xfrm>
            <a:off x="603504" y="459943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EXPANSIONDISC-A4-G</a:t>
            </a:r>
            <a:endParaRPr lang="en-US" sz="750" dirty="0"/>
          </a:p>
        </p:txBody>
      </p:sp>
      <p:sp>
        <p:nvSpPr>
          <p:cNvPr id="174" name="Text 172"/>
          <p:cNvSpPr/>
          <p:nvPr/>
        </p:nvSpPr>
        <p:spPr>
          <a:xfrm>
            <a:off x="3621024" y="45994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$946K</a:t>
            </a:r>
            <a:endParaRPr lang="en-US" sz="850" dirty="0"/>
          </a:p>
        </p:txBody>
      </p:sp>
      <p:sp>
        <p:nvSpPr>
          <p:cNvPr id="175" name="Text 173"/>
          <p:cNvSpPr/>
          <p:nvPr/>
        </p:nvSpPr>
        <p:spPr>
          <a:xfrm>
            <a:off x="4700016" y="45994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$31.2M</a:t>
            </a:r>
            <a:endParaRPr lang="en-US" sz="850" dirty="0"/>
          </a:p>
        </p:txBody>
      </p:sp>
      <p:sp>
        <p:nvSpPr>
          <p:cNvPr id="176" name="Text 174"/>
          <p:cNvSpPr/>
          <p:nvPr/>
        </p:nvSpPr>
        <p:spPr>
          <a:xfrm>
            <a:off x="5779008" y="45994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$32.1M</a:t>
            </a:r>
            <a:endParaRPr lang="en-US" sz="850" dirty="0"/>
          </a:p>
        </p:txBody>
      </p:sp>
      <p:sp>
        <p:nvSpPr>
          <p:cNvPr id="177" name="Text 175"/>
          <p:cNvSpPr/>
          <p:nvPr/>
        </p:nvSpPr>
        <p:spPr>
          <a:xfrm>
            <a:off x="6858000" y="459943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</a:t>
            </a:r>
            <a:endParaRPr lang="en-US" sz="850" dirty="0"/>
          </a:p>
        </p:txBody>
      </p:sp>
      <p:sp>
        <p:nvSpPr>
          <p:cNvPr id="178" name="Text 176"/>
          <p:cNvSpPr/>
          <p:nvPr/>
        </p:nvSpPr>
        <p:spPr>
          <a:xfrm>
            <a:off x="7863840" y="45994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54.2%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274320" y="477774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10896" y="480517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  <p:sp>
        <p:nvSpPr>
          <p:cNvPr id="181" name="Text 179"/>
          <p:cNvSpPr/>
          <p:nvPr/>
        </p:nvSpPr>
        <p:spPr>
          <a:xfrm>
            <a:off x="603504" y="480517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</a:t>
            </a:r>
            <a:endParaRPr lang="en-US" sz="750" dirty="0"/>
          </a:p>
        </p:txBody>
      </p:sp>
      <p:sp>
        <p:nvSpPr>
          <p:cNvPr id="182" name="Text 180"/>
          <p:cNvSpPr/>
          <p:nvPr/>
        </p:nvSpPr>
        <p:spPr>
          <a:xfrm>
            <a:off x="3621024" y="48051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$28.6M</a:t>
            </a:r>
            <a:endParaRPr lang="en-US" sz="850" dirty="0"/>
          </a:p>
        </p:txBody>
      </p:sp>
      <p:sp>
        <p:nvSpPr>
          <p:cNvPr id="183" name="Text 181"/>
          <p:cNvSpPr/>
          <p:nvPr/>
        </p:nvSpPr>
        <p:spPr>
          <a:xfrm>
            <a:off x="4700016" y="48051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$2.5M</a:t>
            </a:r>
            <a:endParaRPr lang="en-US" sz="850" dirty="0"/>
          </a:p>
        </p:txBody>
      </p:sp>
      <p:sp>
        <p:nvSpPr>
          <p:cNvPr id="184" name="Text 182"/>
          <p:cNvSpPr/>
          <p:nvPr/>
        </p:nvSpPr>
        <p:spPr>
          <a:xfrm>
            <a:off x="5779008" y="48051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$31.2M</a:t>
            </a:r>
            <a:endParaRPr lang="en-US" sz="850" dirty="0"/>
          </a:p>
        </p:txBody>
      </p:sp>
      <p:sp>
        <p:nvSpPr>
          <p:cNvPr id="185" name="Text 183"/>
          <p:cNvSpPr/>
          <p:nvPr/>
        </p:nvSpPr>
        <p:spPr>
          <a:xfrm>
            <a:off x="6858000" y="480517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42.1%</a:t>
            </a:r>
            <a:endParaRPr lang="en-US" sz="850" dirty="0"/>
          </a:p>
        </p:txBody>
      </p:sp>
      <p:sp>
        <p:nvSpPr>
          <p:cNvPr id="186" name="Text 184"/>
          <p:cNvSpPr/>
          <p:nvPr/>
        </p:nvSpPr>
        <p:spPr>
          <a:xfrm>
            <a:off x="7863840" y="48051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55.5%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274320" y="498348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10896" y="501091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  <p:sp>
        <p:nvSpPr>
          <p:cNvPr id="189" name="Text 187"/>
          <p:cNvSpPr/>
          <p:nvPr/>
        </p:nvSpPr>
        <p:spPr>
          <a:xfrm>
            <a:off x="603504" y="501091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PLANCHA-SUB-GORRA-PORT</a:t>
            </a:r>
            <a:endParaRPr lang="en-US" sz="750" dirty="0"/>
          </a:p>
        </p:txBody>
      </p:sp>
      <p:sp>
        <p:nvSpPr>
          <p:cNvPr id="190" name="Text 188"/>
          <p:cNvSpPr/>
          <p:nvPr/>
        </p:nvSpPr>
        <p:spPr>
          <a:xfrm>
            <a:off x="3621024" y="50109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$18.4M</a:t>
            </a:r>
            <a:endParaRPr lang="en-US" sz="850" dirty="0"/>
          </a:p>
        </p:txBody>
      </p:sp>
      <p:sp>
        <p:nvSpPr>
          <p:cNvPr id="191" name="Text 189"/>
          <p:cNvSpPr/>
          <p:nvPr/>
        </p:nvSpPr>
        <p:spPr>
          <a:xfrm>
            <a:off x="4700016" y="50109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$10.4M</a:t>
            </a:r>
            <a:endParaRPr lang="en-US" sz="850" dirty="0"/>
          </a:p>
        </p:txBody>
      </p:sp>
      <p:sp>
        <p:nvSpPr>
          <p:cNvPr id="192" name="Text 190"/>
          <p:cNvSpPr/>
          <p:nvPr/>
        </p:nvSpPr>
        <p:spPr>
          <a:xfrm>
            <a:off x="5779008" y="50109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850" dirty="0"/>
          </a:p>
        </p:txBody>
      </p:sp>
      <p:sp>
        <p:nvSpPr>
          <p:cNvPr id="193" name="Text 191"/>
          <p:cNvSpPr/>
          <p:nvPr/>
        </p:nvSpPr>
        <p:spPr>
          <a:xfrm>
            <a:off x="6858000" y="501091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38.3%</a:t>
            </a:r>
            <a:endParaRPr lang="en-US" sz="850" dirty="0"/>
          </a:p>
        </p:txBody>
      </p:sp>
      <p:sp>
        <p:nvSpPr>
          <p:cNvPr id="194" name="Text 192"/>
          <p:cNvSpPr/>
          <p:nvPr/>
        </p:nvSpPr>
        <p:spPr>
          <a:xfrm>
            <a:off x="7863840" y="50109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56.8%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274320" y="518922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310896" y="521665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  <p:sp>
        <p:nvSpPr>
          <p:cNvPr id="197" name="Text 195"/>
          <p:cNvSpPr/>
          <p:nvPr/>
        </p:nvSpPr>
        <p:spPr>
          <a:xfrm>
            <a:off x="603504" y="521665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PLANCHA-SUB-30X38-10EN1</a:t>
            </a:r>
            <a:endParaRPr lang="en-US" sz="750" dirty="0"/>
          </a:p>
        </p:txBody>
      </p:sp>
      <p:sp>
        <p:nvSpPr>
          <p:cNvPr id="198" name="Text 196"/>
          <p:cNvSpPr/>
          <p:nvPr/>
        </p:nvSpPr>
        <p:spPr>
          <a:xfrm>
            <a:off x="3621024" y="52166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$7.1M</a:t>
            </a:r>
            <a:endParaRPr lang="en-US" sz="850" dirty="0"/>
          </a:p>
        </p:txBody>
      </p:sp>
      <p:sp>
        <p:nvSpPr>
          <p:cNvPr id="199" name="Text 197"/>
          <p:cNvSpPr/>
          <p:nvPr/>
        </p:nvSpPr>
        <p:spPr>
          <a:xfrm>
            <a:off x="4700016" y="52166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$21.2M</a:t>
            </a:r>
            <a:endParaRPr lang="en-US" sz="850" dirty="0"/>
          </a:p>
        </p:txBody>
      </p:sp>
      <p:sp>
        <p:nvSpPr>
          <p:cNvPr id="200" name="Text 198"/>
          <p:cNvSpPr/>
          <p:nvPr/>
        </p:nvSpPr>
        <p:spPr>
          <a:xfrm>
            <a:off x="5779008" y="52166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$28.3M</a:t>
            </a:r>
            <a:endParaRPr lang="en-US" sz="850" dirty="0"/>
          </a:p>
        </p:txBody>
      </p:sp>
      <p:sp>
        <p:nvSpPr>
          <p:cNvPr id="201" name="Text 199"/>
          <p:cNvSpPr/>
          <p:nvPr/>
        </p:nvSpPr>
        <p:spPr>
          <a:xfrm>
            <a:off x="6858000" y="521665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33.4%</a:t>
            </a:r>
            <a:endParaRPr lang="en-US" sz="850" dirty="0"/>
          </a:p>
        </p:txBody>
      </p:sp>
      <p:sp>
        <p:nvSpPr>
          <p:cNvPr id="202" name="Text 200"/>
          <p:cNvSpPr/>
          <p:nvPr/>
        </p:nvSpPr>
        <p:spPr>
          <a:xfrm>
            <a:off x="7863840" y="521665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58.0%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274320" y="539496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310896" y="542239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  <p:sp>
        <p:nvSpPr>
          <p:cNvPr id="205" name="Text 203"/>
          <p:cNvSpPr/>
          <p:nvPr/>
        </p:nvSpPr>
        <p:spPr>
          <a:xfrm>
            <a:off x="603504" y="542239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LAM-POUCH-G-225X303MM-150MIC</a:t>
            </a:r>
            <a:endParaRPr lang="en-US" sz="750" dirty="0"/>
          </a:p>
        </p:txBody>
      </p:sp>
      <p:sp>
        <p:nvSpPr>
          <p:cNvPr id="206" name="Text 204"/>
          <p:cNvSpPr/>
          <p:nvPr/>
        </p:nvSpPr>
        <p:spPr>
          <a:xfrm>
            <a:off x="3621024" y="54223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$7.4M</a:t>
            </a:r>
            <a:endParaRPr lang="en-US" sz="850" dirty="0"/>
          </a:p>
        </p:txBody>
      </p:sp>
      <p:sp>
        <p:nvSpPr>
          <p:cNvPr id="207" name="Text 205"/>
          <p:cNvSpPr/>
          <p:nvPr/>
        </p:nvSpPr>
        <p:spPr>
          <a:xfrm>
            <a:off x="4700016" y="54223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$19.0M</a:t>
            </a:r>
            <a:endParaRPr lang="en-US" sz="850" dirty="0"/>
          </a:p>
        </p:txBody>
      </p:sp>
      <p:sp>
        <p:nvSpPr>
          <p:cNvPr id="208" name="Text 206"/>
          <p:cNvSpPr/>
          <p:nvPr/>
        </p:nvSpPr>
        <p:spPr>
          <a:xfrm>
            <a:off x="5779008" y="54223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$26.4M</a:t>
            </a:r>
            <a:endParaRPr lang="en-US" sz="850" dirty="0"/>
          </a:p>
        </p:txBody>
      </p:sp>
      <p:sp>
        <p:nvSpPr>
          <p:cNvPr id="209" name="Text 207"/>
          <p:cNvSpPr/>
          <p:nvPr/>
        </p:nvSpPr>
        <p:spPr>
          <a:xfrm>
            <a:off x="6858000" y="542239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30.1%</a:t>
            </a:r>
            <a:endParaRPr lang="en-US" sz="850" dirty="0"/>
          </a:p>
        </p:txBody>
      </p:sp>
      <p:sp>
        <p:nvSpPr>
          <p:cNvPr id="210" name="Text 208"/>
          <p:cNvSpPr/>
          <p:nvPr/>
        </p:nvSpPr>
        <p:spPr>
          <a:xfrm>
            <a:off x="7863840" y="542239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59.2%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274320" y="560070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310896" y="562813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  <p:sp>
        <p:nvSpPr>
          <p:cNvPr id="213" name="Text 211"/>
          <p:cNvSpPr/>
          <p:nvPr/>
        </p:nvSpPr>
        <p:spPr>
          <a:xfrm>
            <a:off x="603504" y="562813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PORTABANROLLUP-PVC-85X200</a:t>
            </a:r>
            <a:endParaRPr lang="en-US" sz="750" dirty="0"/>
          </a:p>
        </p:txBody>
      </p:sp>
      <p:sp>
        <p:nvSpPr>
          <p:cNvPr id="214" name="Text 212"/>
          <p:cNvSpPr/>
          <p:nvPr/>
        </p:nvSpPr>
        <p:spPr>
          <a:xfrm>
            <a:off x="3621024" y="56281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$7.9M</a:t>
            </a:r>
            <a:endParaRPr lang="en-US" sz="850" dirty="0"/>
          </a:p>
        </p:txBody>
      </p:sp>
      <p:sp>
        <p:nvSpPr>
          <p:cNvPr id="215" name="Text 213"/>
          <p:cNvSpPr/>
          <p:nvPr/>
        </p:nvSpPr>
        <p:spPr>
          <a:xfrm>
            <a:off x="4700016" y="56281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$16.3M</a:t>
            </a:r>
            <a:endParaRPr lang="en-US" sz="850" dirty="0"/>
          </a:p>
        </p:txBody>
      </p:sp>
      <p:sp>
        <p:nvSpPr>
          <p:cNvPr id="216" name="Text 214"/>
          <p:cNvSpPr/>
          <p:nvPr/>
        </p:nvSpPr>
        <p:spPr>
          <a:xfrm>
            <a:off x="5779008" y="56281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$24.2M</a:t>
            </a:r>
            <a:endParaRPr lang="en-US" sz="850" dirty="0"/>
          </a:p>
        </p:txBody>
      </p:sp>
      <p:sp>
        <p:nvSpPr>
          <p:cNvPr id="217" name="Text 215"/>
          <p:cNvSpPr/>
          <p:nvPr/>
        </p:nvSpPr>
        <p:spPr>
          <a:xfrm>
            <a:off x="6858000" y="562813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23.1%</a:t>
            </a:r>
            <a:endParaRPr lang="en-US" sz="850" dirty="0"/>
          </a:p>
        </p:txBody>
      </p:sp>
      <p:sp>
        <p:nvSpPr>
          <p:cNvPr id="218" name="Text 216"/>
          <p:cNvSpPr/>
          <p:nvPr/>
        </p:nvSpPr>
        <p:spPr>
          <a:xfrm>
            <a:off x="7863840" y="562813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60.3%</a:t>
            </a:r>
            <a:endParaRPr lang="en-US" sz="850" dirty="0"/>
          </a:p>
        </p:txBody>
      </p:sp>
      <p:sp>
        <p:nvSpPr>
          <p:cNvPr id="219" name="Shape 217"/>
          <p:cNvSpPr/>
          <p:nvPr/>
        </p:nvSpPr>
        <p:spPr>
          <a:xfrm>
            <a:off x="274320" y="5806440"/>
            <a:ext cx="8823960" cy="205740"/>
          </a:xfrm>
          <a:prstGeom prst="rect">
            <a:avLst/>
          </a:prstGeom>
          <a:solidFill>
            <a:srgbClr val="242A42"/>
          </a:solidFill>
          <a:ln w="12700">
            <a:solidFill>
              <a:srgbClr val="242A42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310896" y="583387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  <p:sp>
        <p:nvSpPr>
          <p:cNvPr id="221" name="Text 219"/>
          <p:cNvSpPr/>
          <p:nvPr/>
        </p:nvSpPr>
        <p:spPr>
          <a:xfrm>
            <a:off x="603504" y="583387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TERMOSUB-ALU-500ML-W</a:t>
            </a:r>
            <a:endParaRPr lang="en-US" sz="750" dirty="0"/>
          </a:p>
        </p:txBody>
      </p:sp>
      <p:sp>
        <p:nvSpPr>
          <p:cNvPr id="222" name="Text 220"/>
          <p:cNvSpPr/>
          <p:nvPr/>
        </p:nvSpPr>
        <p:spPr>
          <a:xfrm>
            <a:off x="3621024" y="58338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$1.3M</a:t>
            </a:r>
            <a:endParaRPr lang="en-US" sz="850" dirty="0"/>
          </a:p>
        </p:txBody>
      </p:sp>
      <p:sp>
        <p:nvSpPr>
          <p:cNvPr id="223" name="Text 221"/>
          <p:cNvSpPr/>
          <p:nvPr/>
        </p:nvSpPr>
        <p:spPr>
          <a:xfrm>
            <a:off x="4700016" y="58338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$21.8M</a:t>
            </a:r>
            <a:endParaRPr lang="en-US" sz="850" dirty="0"/>
          </a:p>
        </p:txBody>
      </p:sp>
      <p:sp>
        <p:nvSpPr>
          <p:cNvPr id="224" name="Text 222"/>
          <p:cNvSpPr/>
          <p:nvPr/>
        </p:nvSpPr>
        <p:spPr>
          <a:xfrm>
            <a:off x="5779008" y="58338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$23.1M</a:t>
            </a:r>
            <a:endParaRPr lang="en-US" sz="850" dirty="0"/>
          </a:p>
        </p:txBody>
      </p:sp>
      <p:sp>
        <p:nvSpPr>
          <p:cNvPr id="225" name="Text 223"/>
          <p:cNvSpPr/>
          <p:nvPr/>
        </p:nvSpPr>
        <p:spPr>
          <a:xfrm>
            <a:off x="6858000" y="583387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9.8%</a:t>
            </a:r>
            <a:endParaRPr lang="en-US" sz="850" dirty="0"/>
          </a:p>
        </p:txBody>
      </p:sp>
      <p:sp>
        <p:nvSpPr>
          <p:cNvPr id="226" name="Text 224"/>
          <p:cNvSpPr/>
          <p:nvPr/>
        </p:nvSpPr>
        <p:spPr>
          <a:xfrm>
            <a:off x="7863840" y="583387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61.3%</a:t>
            </a:r>
            <a:endParaRPr lang="en-US" sz="850" dirty="0"/>
          </a:p>
        </p:txBody>
      </p:sp>
      <p:sp>
        <p:nvSpPr>
          <p:cNvPr id="227" name="Shape 225"/>
          <p:cNvSpPr/>
          <p:nvPr/>
        </p:nvSpPr>
        <p:spPr>
          <a:xfrm>
            <a:off x="274320" y="6012180"/>
            <a:ext cx="8823960" cy="205740"/>
          </a:xfrm>
          <a:prstGeom prst="rect">
            <a:avLst/>
          </a:prstGeom>
          <a:solidFill>
            <a:srgbClr val="1E2438"/>
          </a:solidFill>
          <a:ln w="12700">
            <a:solidFill>
              <a:srgbClr val="1E2438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310896" y="6039612"/>
            <a:ext cx="219456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  <p:sp>
        <p:nvSpPr>
          <p:cNvPr id="229" name="Text 227"/>
          <p:cNvSpPr/>
          <p:nvPr/>
        </p:nvSpPr>
        <p:spPr>
          <a:xfrm>
            <a:off x="603504" y="6039612"/>
            <a:ext cx="294436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LAM-ROLL-M-330MM-150MTS-32MIC</a:t>
            </a:r>
            <a:endParaRPr lang="en-US" sz="750" dirty="0"/>
          </a:p>
        </p:txBody>
      </p:sp>
      <p:sp>
        <p:nvSpPr>
          <p:cNvPr id="230" name="Text 228"/>
          <p:cNvSpPr/>
          <p:nvPr/>
        </p:nvSpPr>
        <p:spPr>
          <a:xfrm>
            <a:off x="3621024" y="60396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$19.0M</a:t>
            </a:r>
            <a:endParaRPr lang="en-US" sz="850" dirty="0"/>
          </a:p>
        </p:txBody>
      </p:sp>
      <p:sp>
        <p:nvSpPr>
          <p:cNvPr id="231" name="Text 229"/>
          <p:cNvSpPr/>
          <p:nvPr/>
        </p:nvSpPr>
        <p:spPr>
          <a:xfrm>
            <a:off x="4700016" y="60396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$3.6M</a:t>
            </a:r>
            <a:endParaRPr lang="en-US" sz="850" dirty="0"/>
          </a:p>
        </p:txBody>
      </p:sp>
      <p:sp>
        <p:nvSpPr>
          <p:cNvPr id="232" name="Text 230"/>
          <p:cNvSpPr/>
          <p:nvPr/>
        </p:nvSpPr>
        <p:spPr>
          <a:xfrm>
            <a:off x="5779008" y="60396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$22.5M</a:t>
            </a:r>
            <a:endParaRPr lang="en-US" sz="850" dirty="0"/>
          </a:p>
        </p:txBody>
      </p:sp>
      <p:sp>
        <p:nvSpPr>
          <p:cNvPr id="233" name="Text 231"/>
          <p:cNvSpPr/>
          <p:nvPr/>
        </p:nvSpPr>
        <p:spPr>
          <a:xfrm>
            <a:off x="6858000" y="6039612"/>
            <a:ext cx="932688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30.7%</a:t>
            </a:r>
            <a:endParaRPr lang="en-US" sz="850" dirty="0"/>
          </a:p>
        </p:txBody>
      </p:sp>
      <p:sp>
        <p:nvSpPr>
          <p:cNvPr id="234" name="Text 232"/>
          <p:cNvSpPr/>
          <p:nvPr/>
        </p:nvSpPr>
        <p:spPr>
          <a:xfrm>
            <a:off x="7863840" y="6039612"/>
            <a:ext cx="1005840" cy="16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62.3%</a:t>
            </a:r>
            <a:endParaRPr lang="en-US" sz="850" dirty="0"/>
          </a:p>
        </p:txBody>
      </p:sp>
      <p:sp>
        <p:nvSpPr>
          <p:cNvPr id="235" name="Shape 233"/>
          <p:cNvSpPr/>
          <p:nvPr/>
        </p:nvSpPr>
        <p:spPr>
          <a:xfrm>
            <a:off x="274320" y="6492240"/>
            <a:ext cx="8823960" cy="182880"/>
          </a:xfrm>
          <a:prstGeom prst="rect">
            <a:avLst/>
          </a:prstGeom>
          <a:solidFill>
            <a:srgbClr val="2E3554"/>
          </a:solidFill>
          <a:ln w="12700">
            <a:solidFill>
              <a:srgbClr val="2E3554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274320" y="6492240"/>
            <a:ext cx="5493501" cy="1828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7" name="Text 235"/>
          <p:cNvSpPr/>
          <p:nvPr/>
        </p:nvSpPr>
        <p:spPr>
          <a:xfrm>
            <a:off x="274320" y="6675120"/>
            <a:ext cx="8823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62,3% del total facturado (Top 25 / 699 SKUs)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2026-10-05T19:37:55Z</dcterms:created>
  <dcterms:modified xsi:type="dcterms:W3CDTF">2026-10-05T19:37:55Z</dcterms:modified>
</cp:coreProperties>
</file>