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5"/>
          </a:solidFill>
          <a:ln w="12700">
            <a:solidFill>
              <a:srgbClr val="1A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242A42"/>
          </a:solidFill>
          <a:ln w="12700">
            <a:solidFill>
              <a:srgbClr val="242A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 PRODUCTOS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6576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Concentran el 62,3% de la facturación total · Ecom + Táctica · Ene–Sep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869680" y="36576"/>
            <a:ext cx="777240" cy="621792"/>
          </a:xfrm>
          <a:prstGeom prst="rect">
            <a:avLst>
              <a:gd name="adj" fmla="val 7353"/>
            </a:avLst>
          </a:prstGeom>
          <a:solidFill>
            <a:srgbClr val="1E2840"/>
          </a:solidFill>
          <a:ln w="12700">
            <a:solidFill>
              <a:srgbClr val="2D3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15400" y="54864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Fact. Total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915400" y="20116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$2.283M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15400" y="457200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699 SKUs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9683496" y="36576"/>
            <a:ext cx="777240" cy="621792"/>
          </a:xfrm>
          <a:prstGeom prst="rect">
            <a:avLst>
              <a:gd name="adj" fmla="val 7353"/>
            </a:avLst>
          </a:prstGeom>
          <a:solidFill>
            <a:srgbClr val="3D3010"/>
          </a:solidFill>
          <a:ln w="12700">
            <a:solidFill>
              <a:srgbClr val="6B4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29216" y="54864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729216" y="20116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62,3%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29216" y="457200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$1.421M ARS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0497312" y="36576"/>
            <a:ext cx="777240" cy="621792"/>
          </a:xfrm>
          <a:prstGeom prst="rect">
            <a:avLst>
              <a:gd name="adj" fmla="val 7353"/>
            </a:avLst>
          </a:prstGeom>
          <a:solidFill>
            <a:srgbClr val="1E2840"/>
          </a:solidFill>
          <a:ln w="12700">
            <a:solidFill>
              <a:srgbClr val="2D3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43032" y="54864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stock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0543032" y="20116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SKUs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43032" y="457200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top 25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1311128" y="36576"/>
            <a:ext cx="777240" cy="621792"/>
          </a:xfrm>
          <a:prstGeom prst="rect">
            <a:avLst>
              <a:gd name="adj" fmla="val 7353"/>
            </a:avLst>
          </a:prstGeom>
          <a:solidFill>
            <a:srgbClr val="1E2840"/>
          </a:solidFill>
          <a:ln w="12700">
            <a:solidFill>
              <a:srgbClr val="2D3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56848" y="54864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compra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356848" y="20116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SKUs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56848" y="457200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activos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82880" y="768096"/>
            <a:ext cx="8055864" cy="234086"/>
          </a:xfrm>
          <a:prstGeom prst="rect">
            <a:avLst/>
          </a:prstGeom>
          <a:solidFill>
            <a:srgbClr val="1D2540"/>
          </a:solidFill>
          <a:ln w="12700">
            <a:solidFill>
              <a:srgbClr val="1D25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" y="804672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48056" y="804672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236976" y="804672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Total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169664" y="804672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901184" y="804672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6128" y="804672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V·30d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291072" y="804672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Stock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077456" y="804672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x llegar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82880" y="1002182"/>
            <a:ext cx="8055864" cy="234086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1020470"/>
            <a:ext cx="32004" cy="1975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" y="1038758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8056" y="1038758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PLANCHA-SUB-30X38-5EN1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236976" y="1038758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$271,6M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169664" y="1038758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36,1%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01184" y="1038758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96128" y="1038758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91072" y="1038758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77456" y="1038758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2.000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82880" y="1236269"/>
            <a:ext cx="8055864" cy="234086"/>
          </a:xfrm>
          <a:prstGeom prst="rect">
            <a:avLst/>
          </a:prstGeom>
          <a:solidFill>
            <a:srgbClr val="212840"/>
          </a:solidFill>
          <a:ln w="12700">
            <a:solidFill>
              <a:srgbClr val="2128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" y="1254557"/>
            <a:ext cx="32004" cy="1975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0312" y="1272845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48056" y="1272845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PLANCHA-SUB-PORTATIL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36976" y="1272845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$126,6M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169664" y="1272845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35,2%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901184" y="1272845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596128" y="1272845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91072" y="1272845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77456" y="1272845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1.500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2880" y="1470355"/>
            <a:ext cx="8055864" cy="234086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2880" y="1488643"/>
            <a:ext cx="32004" cy="1975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0312" y="1506931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48056" y="1506931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TAZASUB-ST-CER-11OZ-WG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236976" y="1506931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$112,9M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169664" y="1506931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7,9%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01184" y="1506931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⚠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605272" y="1497787"/>
            <a:ext cx="621792" cy="179222"/>
          </a:xfrm>
          <a:prstGeom prst="rect">
            <a:avLst/>
          </a:prstGeom>
          <a:solidFill>
            <a:srgbClr val="3B1111"/>
          </a:solidFill>
          <a:ln w="12700">
            <a:solidFill>
              <a:srgbClr val="3B111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96128" y="1506931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867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91072" y="1506931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077456" y="1506931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171.468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82880" y="1704442"/>
            <a:ext cx="8055864" cy="234086"/>
          </a:xfrm>
          <a:prstGeom prst="rect">
            <a:avLst/>
          </a:prstGeom>
          <a:solidFill>
            <a:srgbClr val="212840"/>
          </a:solidFill>
          <a:ln w="12700">
            <a:solidFill>
              <a:srgbClr val="21284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2880" y="1722730"/>
            <a:ext cx="32004" cy="1975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0312" y="1741018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48056" y="1741018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PLANCHA-SUB-40X60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236976" y="1741018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$100,7M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169664" y="1741018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44,4%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901184" y="1741018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596128" y="1741018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291072" y="1741018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60d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077456" y="1741018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300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2880" y="1938528"/>
            <a:ext cx="8055864" cy="234086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82880" y="1956816"/>
            <a:ext cx="32004" cy="1975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10312" y="1975104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48056" y="1975104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PLANCHA-SUB-AUTO-38X38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236976" y="1975104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$97,7M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169664" y="1975104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34,0%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901184" y="1975104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596128" y="1975104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291072" y="1975104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198d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077456" y="1975104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82880" y="2172614"/>
            <a:ext cx="8055864" cy="234086"/>
          </a:xfrm>
          <a:prstGeom prst="rect">
            <a:avLst/>
          </a:prstGeom>
          <a:solidFill>
            <a:srgbClr val="212840"/>
          </a:solidFill>
          <a:ln w="12700">
            <a:solidFill>
              <a:srgbClr val="2128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10312" y="2209190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48056" y="2209190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PLANCHA-SUB-26X26-PORT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3236976" y="2209190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$62,6M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169664" y="2209190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38,0%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4901184" y="2209190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605272" y="2200046"/>
            <a:ext cx="621792" cy="179222"/>
          </a:xfrm>
          <a:prstGeom prst="rect">
            <a:avLst/>
          </a:prstGeom>
          <a:solidFill>
            <a:srgbClr val="3B1111"/>
          </a:solidFill>
          <a:ln w="12700">
            <a:solidFill>
              <a:srgbClr val="3B111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596128" y="2209190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291072" y="2209190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7077456" y="2209190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300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182880" y="2406701"/>
            <a:ext cx="8055864" cy="234086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10312" y="2443277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48056" y="2443277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ESPIRALADORA-M-A4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3236976" y="2443277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$55,1M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4169664" y="2443277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13,2%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4901184" y="2443277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⚠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596128" y="2443277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6291072" y="2443277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7077456" y="2443277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82880" y="2640787"/>
            <a:ext cx="8055864" cy="234086"/>
          </a:xfrm>
          <a:prstGeom prst="rect">
            <a:avLst/>
          </a:prstGeom>
          <a:solidFill>
            <a:srgbClr val="212840"/>
          </a:solidFill>
          <a:ln w="12700">
            <a:solidFill>
              <a:srgbClr val="21284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10312" y="2677363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448056" y="2677363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LAMINATOR-330MM-V2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3236976" y="2677363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$48,1M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4169664" y="2677363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36,1%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4901184" y="2677363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2.204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5596128" y="2677363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348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6291072" y="2677363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190d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7077456" y="2677363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182880" y="2874874"/>
            <a:ext cx="8055864" cy="234086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10312" y="2911450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448056" y="2911450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PLANCHA-SUB-TERMO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3236976" y="2911450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$41,2M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169664" y="2911450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37,7%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4901184" y="2911450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5596128" y="2911450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6291072" y="2911450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57d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7077456" y="2911450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600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82880" y="3108960"/>
            <a:ext cx="8055864" cy="234086"/>
          </a:xfrm>
          <a:prstGeom prst="rect">
            <a:avLst/>
          </a:prstGeom>
          <a:solidFill>
            <a:srgbClr val="212840"/>
          </a:solidFill>
          <a:ln w="12700">
            <a:solidFill>
              <a:srgbClr val="21284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10312" y="3145536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448056" y="3145536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LAMINATOR-240MM-V2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3236976" y="3145536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$41,2M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4169664" y="3145536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34,3%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4901184" y="3145536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1.757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5596128" y="3145536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6291072" y="3145536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81d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7077456" y="3145536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182880" y="3343046"/>
            <a:ext cx="8055864" cy="234086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10312" y="3379622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448056" y="3379622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GLOBAL-G720S</a:t>
            </a:r>
            <a:endParaRPr lang="en-US" sz="750" dirty="0"/>
          </a:p>
        </p:txBody>
      </p:sp>
      <p:sp>
        <p:nvSpPr>
          <p:cNvPr id="131" name="Text 129"/>
          <p:cNvSpPr/>
          <p:nvPr/>
        </p:nvSpPr>
        <p:spPr>
          <a:xfrm>
            <a:off x="3236976" y="3379622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$38,9M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4169664" y="3379622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13,3%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4901184" y="3379622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5596128" y="3379622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6291072" y="3379622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64d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7077456" y="3379622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182880" y="3577133"/>
            <a:ext cx="8055864" cy="234086"/>
          </a:xfrm>
          <a:prstGeom prst="rect">
            <a:avLst/>
          </a:prstGeom>
          <a:solidFill>
            <a:srgbClr val="212840"/>
          </a:solidFill>
          <a:ln w="12700">
            <a:solidFill>
              <a:srgbClr val="21284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10312" y="3613709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448056" y="3613709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PLANCHA-SUB-AUTO-TERMO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3236976" y="3613709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$37,9M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4169664" y="3613709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34,7%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4901184" y="3613709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⚠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5596128" y="3613709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6291072" y="3613709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45" name="Text 143"/>
          <p:cNvSpPr/>
          <p:nvPr/>
        </p:nvSpPr>
        <p:spPr>
          <a:xfrm>
            <a:off x="7077456" y="3613709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150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182880" y="3811219"/>
            <a:ext cx="8055864" cy="234086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210312" y="3847795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448056" y="3847795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LAMINATOR-230MM-V2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3236976" y="3847795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$35,3M</a:t>
            </a:r>
            <a:endParaRPr lang="en-US" sz="800" dirty="0"/>
          </a:p>
        </p:txBody>
      </p:sp>
      <p:sp>
        <p:nvSpPr>
          <p:cNvPr id="150" name="Text 148"/>
          <p:cNvSpPr/>
          <p:nvPr/>
        </p:nvSpPr>
        <p:spPr>
          <a:xfrm>
            <a:off x="4169664" y="3847795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27,1%</a:t>
            </a: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4901184" y="3847795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1.105</a:t>
            </a:r>
            <a:endParaRPr lang="en-US" sz="800" dirty="0"/>
          </a:p>
        </p:txBody>
      </p:sp>
      <p:sp>
        <p:nvSpPr>
          <p:cNvPr id="152" name="Text 150"/>
          <p:cNvSpPr/>
          <p:nvPr/>
        </p:nvSpPr>
        <p:spPr>
          <a:xfrm>
            <a:off x="5596128" y="3847795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</a:t>
            </a:r>
            <a:endParaRPr lang="en-US" sz="800" dirty="0"/>
          </a:p>
        </p:txBody>
      </p:sp>
      <p:sp>
        <p:nvSpPr>
          <p:cNvPr id="153" name="Text 151"/>
          <p:cNvSpPr/>
          <p:nvPr/>
        </p:nvSpPr>
        <p:spPr>
          <a:xfrm>
            <a:off x="6291072" y="3847795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44d</a:t>
            </a:r>
            <a:endParaRPr lang="en-US" sz="800" dirty="0"/>
          </a:p>
        </p:txBody>
      </p:sp>
      <p:sp>
        <p:nvSpPr>
          <p:cNvPr id="154" name="Text 152"/>
          <p:cNvSpPr/>
          <p:nvPr/>
        </p:nvSpPr>
        <p:spPr>
          <a:xfrm>
            <a:off x="7077456" y="3847795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182880" y="4045306"/>
            <a:ext cx="8055864" cy="234086"/>
          </a:xfrm>
          <a:prstGeom prst="rect">
            <a:avLst/>
          </a:prstGeom>
          <a:solidFill>
            <a:srgbClr val="212840"/>
          </a:solidFill>
          <a:ln w="12700">
            <a:solidFill>
              <a:srgbClr val="21284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10312" y="4081882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157" name="Text 155"/>
          <p:cNvSpPr/>
          <p:nvPr/>
        </p:nvSpPr>
        <p:spPr>
          <a:xfrm>
            <a:off x="448056" y="4081882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MESH-LINER-12X12-320X50MT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3236976" y="4081882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$35,7M</a:t>
            </a:r>
            <a:endParaRPr lang="en-US" sz="800" dirty="0"/>
          </a:p>
        </p:txBody>
      </p:sp>
      <p:sp>
        <p:nvSpPr>
          <p:cNvPr id="159" name="Text 157"/>
          <p:cNvSpPr/>
          <p:nvPr/>
        </p:nvSpPr>
        <p:spPr>
          <a:xfrm>
            <a:off x="4169664" y="4081882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-31,2%</a:t>
            </a:r>
            <a:endParaRPr lang="en-US" sz="800" dirty="0"/>
          </a:p>
        </p:txBody>
      </p:sp>
      <p:sp>
        <p:nvSpPr>
          <p:cNvPr id="160" name="Text 158"/>
          <p:cNvSpPr/>
          <p:nvPr/>
        </p:nvSpPr>
        <p:spPr>
          <a:xfrm>
            <a:off x="4901184" y="4081882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800" dirty="0"/>
          </a:p>
        </p:txBody>
      </p:sp>
      <p:sp>
        <p:nvSpPr>
          <p:cNvPr id="161" name="Text 159"/>
          <p:cNvSpPr/>
          <p:nvPr/>
        </p:nvSpPr>
        <p:spPr>
          <a:xfrm>
            <a:off x="5596128" y="4081882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00" dirty="0"/>
          </a:p>
        </p:txBody>
      </p:sp>
      <p:sp>
        <p:nvSpPr>
          <p:cNvPr id="162" name="Text 160"/>
          <p:cNvSpPr/>
          <p:nvPr/>
        </p:nvSpPr>
        <p:spPr>
          <a:xfrm>
            <a:off x="6291072" y="4081882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88d</a:t>
            </a:r>
            <a:endParaRPr lang="en-US" sz="800" dirty="0"/>
          </a:p>
        </p:txBody>
      </p:sp>
      <p:sp>
        <p:nvSpPr>
          <p:cNvPr id="163" name="Text 161"/>
          <p:cNvSpPr/>
          <p:nvPr/>
        </p:nvSpPr>
        <p:spPr>
          <a:xfrm>
            <a:off x="7077456" y="4081882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182880" y="4279392"/>
            <a:ext cx="8055864" cy="234086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210312" y="4315968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166" name="Text 164"/>
          <p:cNvSpPr/>
          <p:nvPr/>
        </p:nvSpPr>
        <p:spPr>
          <a:xfrm>
            <a:off x="448056" y="4315968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PPF-G-152X15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3236976" y="4315968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$33,3M</a:t>
            </a:r>
            <a:endParaRPr lang="en-US" sz="800" dirty="0"/>
          </a:p>
        </p:txBody>
      </p:sp>
      <p:sp>
        <p:nvSpPr>
          <p:cNvPr id="168" name="Text 166"/>
          <p:cNvSpPr/>
          <p:nvPr/>
        </p:nvSpPr>
        <p:spPr>
          <a:xfrm>
            <a:off x="4169664" y="4315968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50,3%</a:t>
            </a:r>
            <a:endParaRPr lang="en-US" sz="800" dirty="0"/>
          </a:p>
        </p:txBody>
      </p:sp>
      <p:sp>
        <p:nvSpPr>
          <p:cNvPr id="169" name="Text 167"/>
          <p:cNvSpPr/>
          <p:nvPr/>
        </p:nvSpPr>
        <p:spPr>
          <a:xfrm>
            <a:off x="4901184" y="4315968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800" dirty="0"/>
          </a:p>
        </p:txBody>
      </p:sp>
      <p:sp>
        <p:nvSpPr>
          <p:cNvPr id="170" name="Text 168"/>
          <p:cNvSpPr/>
          <p:nvPr/>
        </p:nvSpPr>
        <p:spPr>
          <a:xfrm>
            <a:off x="5596128" y="4315968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00" dirty="0"/>
          </a:p>
        </p:txBody>
      </p:sp>
      <p:sp>
        <p:nvSpPr>
          <p:cNvPr id="171" name="Text 169"/>
          <p:cNvSpPr/>
          <p:nvPr/>
        </p:nvSpPr>
        <p:spPr>
          <a:xfrm>
            <a:off x="6291072" y="4315968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54d</a:t>
            </a:r>
            <a:endParaRPr lang="en-US" sz="800" dirty="0"/>
          </a:p>
        </p:txBody>
      </p:sp>
      <p:sp>
        <p:nvSpPr>
          <p:cNvPr id="172" name="Text 170"/>
          <p:cNvSpPr/>
          <p:nvPr/>
        </p:nvSpPr>
        <p:spPr>
          <a:xfrm>
            <a:off x="7077456" y="4315968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350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182880" y="4513478"/>
            <a:ext cx="8055864" cy="234086"/>
          </a:xfrm>
          <a:prstGeom prst="rect">
            <a:avLst/>
          </a:prstGeom>
          <a:solidFill>
            <a:srgbClr val="212840"/>
          </a:solidFill>
          <a:ln w="12700">
            <a:solidFill>
              <a:srgbClr val="21284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10312" y="4550054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175" name="Text 173"/>
          <p:cNvSpPr/>
          <p:nvPr/>
        </p:nvSpPr>
        <p:spPr>
          <a:xfrm>
            <a:off x="448056" y="4550054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EXPANSIONDISC-A4-P</a:t>
            </a:r>
            <a:endParaRPr lang="en-US" sz="750" dirty="0"/>
          </a:p>
        </p:txBody>
      </p:sp>
      <p:sp>
        <p:nvSpPr>
          <p:cNvPr id="176" name="Text 174"/>
          <p:cNvSpPr/>
          <p:nvPr/>
        </p:nvSpPr>
        <p:spPr>
          <a:xfrm>
            <a:off x="3236976" y="4550054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$32,9M</a:t>
            </a:r>
            <a:endParaRPr lang="en-US" sz="800" dirty="0"/>
          </a:p>
        </p:txBody>
      </p:sp>
      <p:sp>
        <p:nvSpPr>
          <p:cNvPr id="177" name="Text 175"/>
          <p:cNvSpPr/>
          <p:nvPr/>
        </p:nvSpPr>
        <p:spPr>
          <a:xfrm>
            <a:off x="4169664" y="4550054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27,3%</a:t>
            </a:r>
            <a:endParaRPr lang="en-US" sz="800" dirty="0"/>
          </a:p>
        </p:txBody>
      </p:sp>
      <p:sp>
        <p:nvSpPr>
          <p:cNvPr id="178" name="Text 176"/>
          <p:cNvSpPr/>
          <p:nvPr/>
        </p:nvSpPr>
        <p:spPr>
          <a:xfrm>
            <a:off x="4901184" y="4550054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⚠</a:t>
            </a:r>
            <a:endParaRPr lang="en-US" sz="800" dirty="0"/>
          </a:p>
        </p:txBody>
      </p:sp>
      <p:sp>
        <p:nvSpPr>
          <p:cNvPr id="179" name="Text 177"/>
          <p:cNvSpPr/>
          <p:nvPr/>
        </p:nvSpPr>
        <p:spPr>
          <a:xfrm>
            <a:off x="5596128" y="4550054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80" name="Text 178"/>
          <p:cNvSpPr/>
          <p:nvPr/>
        </p:nvSpPr>
        <p:spPr>
          <a:xfrm>
            <a:off x="6291072" y="4550054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81" name="Text 179"/>
          <p:cNvSpPr/>
          <p:nvPr/>
        </p:nvSpPr>
        <p:spPr>
          <a:xfrm>
            <a:off x="7077456" y="4550054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182880" y="4747565"/>
            <a:ext cx="8055864" cy="234086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10312" y="4784141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184" name="Text 182"/>
          <p:cNvSpPr/>
          <p:nvPr/>
        </p:nvSpPr>
        <p:spPr>
          <a:xfrm>
            <a:off x="448056" y="4784141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EXPANSIONDISC-A4-G</a:t>
            </a:r>
            <a:endParaRPr lang="en-US" sz="750" dirty="0"/>
          </a:p>
        </p:txBody>
      </p:sp>
      <p:sp>
        <p:nvSpPr>
          <p:cNvPr id="185" name="Text 183"/>
          <p:cNvSpPr/>
          <p:nvPr/>
        </p:nvSpPr>
        <p:spPr>
          <a:xfrm>
            <a:off x="3236976" y="4784141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$32,1M</a:t>
            </a:r>
            <a:endParaRPr lang="en-US" sz="800" dirty="0"/>
          </a:p>
        </p:txBody>
      </p:sp>
      <p:sp>
        <p:nvSpPr>
          <p:cNvPr id="186" name="Text 184"/>
          <p:cNvSpPr/>
          <p:nvPr/>
        </p:nvSpPr>
        <p:spPr>
          <a:xfrm>
            <a:off x="4169664" y="4784141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27,2%</a:t>
            </a:r>
            <a:endParaRPr lang="en-US" sz="800" dirty="0"/>
          </a:p>
        </p:txBody>
      </p:sp>
      <p:sp>
        <p:nvSpPr>
          <p:cNvPr id="187" name="Text 185"/>
          <p:cNvSpPr/>
          <p:nvPr/>
        </p:nvSpPr>
        <p:spPr>
          <a:xfrm>
            <a:off x="4901184" y="4784141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⚠</a:t>
            </a:r>
            <a:endParaRPr lang="en-US" sz="800" dirty="0"/>
          </a:p>
        </p:txBody>
      </p:sp>
      <p:sp>
        <p:nvSpPr>
          <p:cNvPr id="188" name="Text 186"/>
          <p:cNvSpPr/>
          <p:nvPr/>
        </p:nvSpPr>
        <p:spPr>
          <a:xfrm>
            <a:off x="5596128" y="4784141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89" name="Text 187"/>
          <p:cNvSpPr/>
          <p:nvPr/>
        </p:nvSpPr>
        <p:spPr>
          <a:xfrm>
            <a:off x="6291072" y="4784141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90" name="Text 188"/>
          <p:cNvSpPr/>
          <p:nvPr/>
        </p:nvSpPr>
        <p:spPr>
          <a:xfrm>
            <a:off x="7077456" y="4784141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182880" y="4981651"/>
            <a:ext cx="8055864" cy="234086"/>
          </a:xfrm>
          <a:prstGeom prst="rect">
            <a:avLst/>
          </a:prstGeom>
          <a:solidFill>
            <a:srgbClr val="212840"/>
          </a:solidFill>
          <a:ln w="12700">
            <a:solidFill>
              <a:srgbClr val="21284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210312" y="5018227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193" name="Text 191"/>
          <p:cNvSpPr/>
          <p:nvPr/>
        </p:nvSpPr>
        <p:spPr>
          <a:xfrm>
            <a:off x="448056" y="5018227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TAZASUB-MAGIC-CER-11OZ-BK</a:t>
            </a:r>
            <a:endParaRPr lang="en-US" sz="750" dirty="0"/>
          </a:p>
        </p:txBody>
      </p:sp>
      <p:sp>
        <p:nvSpPr>
          <p:cNvPr id="194" name="Text 192"/>
          <p:cNvSpPr/>
          <p:nvPr/>
        </p:nvSpPr>
        <p:spPr>
          <a:xfrm>
            <a:off x="3236976" y="5018227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$32,9M</a:t>
            </a:r>
            <a:endParaRPr lang="en-US" sz="800" dirty="0"/>
          </a:p>
        </p:txBody>
      </p:sp>
      <p:sp>
        <p:nvSpPr>
          <p:cNvPr id="195" name="Text 193"/>
          <p:cNvSpPr/>
          <p:nvPr/>
        </p:nvSpPr>
        <p:spPr>
          <a:xfrm>
            <a:off x="4169664" y="5018227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23,8%</a:t>
            </a:r>
            <a:endParaRPr lang="en-US" sz="800" dirty="0"/>
          </a:p>
        </p:txBody>
      </p:sp>
      <p:sp>
        <p:nvSpPr>
          <p:cNvPr id="196" name="Text 194"/>
          <p:cNvSpPr/>
          <p:nvPr/>
        </p:nvSpPr>
        <p:spPr>
          <a:xfrm>
            <a:off x="4901184" y="5018227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⚠</a:t>
            </a:r>
            <a:endParaRPr lang="en-US" sz="800" dirty="0"/>
          </a:p>
        </p:txBody>
      </p:sp>
      <p:sp>
        <p:nvSpPr>
          <p:cNvPr id="197" name="Text 195"/>
          <p:cNvSpPr/>
          <p:nvPr/>
        </p:nvSpPr>
        <p:spPr>
          <a:xfrm>
            <a:off x="5596128" y="5018227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98" name="Text 196"/>
          <p:cNvSpPr/>
          <p:nvPr/>
        </p:nvSpPr>
        <p:spPr>
          <a:xfrm>
            <a:off x="6291072" y="5018227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199" name="Text 197"/>
          <p:cNvSpPr/>
          <p:nvPr/>
        </p:nvSpPr>
        <p:spPr>
          <a:xfrm>
            <a:off x="7077456" y="5018227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40.032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182880" y="5215738"/>
            <a:ext cx="8055864" cy="234086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210312" y="5252314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202" name="Text 200"/>
          <p:cNvSpPr/>
          <p:nvPr/>
        </p:nvSpPr>
        <p:spPr>
          <a:xfrm>
            <a:off x="448056" y="5252314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PLANCHA-SUB-30X38</a:t>
            </a:r>
            <a:endParaRPr lang="en-US" sz="750" dirty="0"/>
          </a:p>
        </p:txBody>
      </p:sp>
      <p:sp>
        <p:nvSpPr>
          <p:cNvPr id="203" name="Text 201"/>
          <p:cNvSpPr/>
          <p:nvPr/>
        </p:nvSpPr>
        <p:spPr>
          <a:xfrm>
            <a:off x="3236976" y="5252314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$31,2M</a:t>
            </a:r>
            <a:endParaRPr lang="en-US" sz="800" dirty="0"/>
          </a:p>
        </p:txBody>
      </p:sp>
      <p:sp>
        <p:nvSpPr>
          <p:cNvPr id="204" name="Text 202"/>
          <p:cNvSpPr/>
          <p:nvPr/>
        </p:nvSpPr>
        <p:spPr>
          <a:xfrm>
            <a:off x="4169664" y="5252314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42,1%</a:t>
            </a:r>
            <a:endParaRPr lang="en-US" sz="800" dirty="0"/>
          </a:p>
        </p:txBody>
      </p:sp>
      <p:sp>
        <p:nvSpPr>
          <p:cNvPr id="205" name="Text 203"/>
          <p:cNvSpPr/>
          <p:nvPr/>
        </p:nvSpPr>
        <p:spPr>
          <a:xfrm>
            <a:off x="4901184" y="5252314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06" name="Text 204"/>
          <p:cNvSpPr/>
          <p:nvPr/>
        </p:nvSpPr>
        <p:spPr>
          <a:xfrm>
            <a:off x="5596128" y="5252314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207" name="Text 205"/>
          <p:cNvSpPr/>
          <p:nvPr/>
        </p:nvSpPr>
        <p:spPr>
          <a:xfrm>
            <a:off x="6291072" y="5252314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208" name="Text 206"/>
          <p:cNvSpPr/>
          <p:nvPr/>
        </p:nvSpPr>
        <p:spPr>
          <a:xfrm>
            <a:off x="7077456" y="5252314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350</a:t>
            </a:r>
            <a:endParaRPr lang="en-US" sz="800" dirty="0"/>
          </a:p>
        </p:txBody>
      </p:sp>
      <p:sp>
        <p:nvSpPr>
          <p:cNvPr id="209" name="Shape 207"/>
          <p:cNvSpPr/>
          <p:nvPr/>
        </p:nvSpPr>
        <p:spPr>
          <a:xfrm>
            <a:off x="182880" y="5449824"/>
            <a:ext cx="8055864" cy="234086"/>
          </a:xfrm>
          <a:prstGeom prst="rect">
            <a:avLst/>
          </a:prstGeom>
          <a:solidFill>
            <a:srgbClr val="212840"/>
          </a:solidFill>
          <a:ln w="12700">
            <a:solidFill>
              <a:srgbClr val="212840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210312" y="5486400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211" name="Text 209"/>
          <p:cNvSpPr/>
          <p:nvPr/>
        </p:nvSpPr>
        <p:spPr>
          <a:xfrm>
            <a:off x="448056" y="5486400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PLANCHA-SUB-GORRA-PORT</a:t>
            </a:r>
            <a:endParaRPr lang="en-US" sz="750" dirty="0"/>
          </a:p>
        </p:txBody>
      </p:sp>
      <p:sp>
        <p:nvSpPr>
          <p:cNvPr id="212" name="Text 210"/>
          <p:cNvSpPr/>
          <p:nvPr/>
        </p:nvSpPr>
        <p:spPr>
          <a:xfrm>
            <a:off x="3236976" y="5486400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$28,8M</a:t>
            </a:r>
            <a:endParaRPr lang="en-US" sz="800" dirty="0"/>
          </a:p>
        </p:txBody>
      </p:sp>
      <p:sp>
        <p:nvSpPr>
          <p:cNvPr id="213" name="Text 211"/>
          <p:cNvSpPr/>
          <p:nvPr/>
        </p:nvSpPr>
        <p:spPr>
          <a:xfrm>
            <a:off x="4169664" y="5486400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38,3%</a:t>
            </a:r>
            <a:endParaRPr lang="en-US" sz="800" dirty="0"/>
          </a:p>
        </p:txBody>
      </p:sp>
      <p:sp>
        <p:nvSpPr>
          <p:cNvPr id="214" name="Text 212"/>
          <p:cNvSpPr/>
          <p:nvPr/>
        </p:nvSpPr>
        <p:spPr>
          <a:xfrm>
            <a:off x="4901184" y="5486400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</a:t>
            </a:r>
            <a:endParaRPr lang="en-US" sz="800" dirty="0"/>
          </a:p>
        </p:txBody>
      </p:sp>
      <p:sp>
        <p:nvSpPr>
          <p:cNvPr id="215" name="Text 213"/>
          <p:cNvSpPr/>
          <p:nvPr/>
        </p:nvSpPr>
        <p:spPr>
          <a:xfrm>
            <a:off x="5596128" y="5486400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800" dirty="0"/>
          </a:p>
        </p:txBody>
      </p:sp>
      <p:sp>
        <p:nvSpPr>
          <p:cNvPr id="216" name="Text 214"/>
          <p:cNvSpPr/>
          <p:nvPr/>
        </p:nvSpPr>
        <p:spPr>
          <a:xfrm>
            <a:off x="6291072" y="5486400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122d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077456" y="5486400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218" name="Shape 216"/>
          <p:cNvSpPr/>
          <p:nvPr/>
        </p:nvSpPr>
        <p:spPr>
          <a:xfrm>
            <a:off x="182880" y="5683910"/>
            <a:ext cx="8055864" cy="234086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210312" y="5720486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220" name="Text 218"/>
          <p:cNvSpPr/>
          <p:nvPr/>
        </p:nvSpPr>
        <p:spPr>
          <a:xfrm>
            <a:off x="448056" y="5720486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PLANCHA-SUB-30X38-10EN1</a:t>
            </a:r>
            <a:endParaRPr lang="en-US" sz="750" dirty="0"/>
          </a:p>
        </p:txBody>
      </p:sp>
      <p:sp>
        <p:nvSpPr>
          <p:cNvPr id="221" name="Text 219"/>
          <p:cNvSpPr/>
          <p:nvPr/>
        </p:nvSpPr>
        <p:spPr>
          <a:xfrm>
            <a:off x="3236976" y="5720486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$28,3M</a:t>
            </a:r>
            <a:endParaRPr lang="en-US" sz="800" dirty="0"/>
          </a:p>
        </p:txBody>
      </p:sp>
      <p:sp>
        <p:nvSpPr>
          <p:cNvPr id="222" name="Text 220"/>
          <p:cNvSpPr/>
          <p:nvPr/>
        </p:nvSpPr>
        <p:spPr>
          <a:xfrm>
            <a:off x="4169664" y="5720486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33,4%</a:t>
            </a:r>
            <a:endParaRPr lang="en-US" sz="800" dirty="0"/>
          </a:p>
        </p:txBody>
      </p:sp>
      <p:sp>
        <p:nvSpPr>
          <p:cNvPr id="223" name="Text 221"/>
          <p:cNvSpPr/>
          <p:nvPr/>
        </p:nvSpPr>
        <p:spPr>
          <a:xfrm>
            <a:off x="4901184" y="5720486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5596128" y="5720486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800" dirty="0"/>
          </a:p>
        </p:txBody>
      </p:sp>
      <p:sp>
        <p:nvSpPr>
          <p:cNvPr id="225" name="Text 223"/>
          <p:cNvSpPr/>
          <p:nvPr/>
        </p:nvSpPr>
        <p:spPr>
          <a:xfrm>
            <a:off x="6291072" y="5720486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236d</a:t>
            </a:r>
            <a:endParaRPr lang="en-US" sz="800" dirty="0"/>
          </a:p>
        </p:txBody>
      </p:sp>
      <p:sp>
        <p:nvSpPr>
          <p:cNvPr id="226" name="Text 224"/>
          <p:cNvSpPr/>
          <p:nvPr/>
        </p:nvSpPr>
        <p:spPr>
          <a:xfrm>
            <a:off x="7077456" y="5720486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182880" y="5917997"/>
            <a:ext cx="8055864" cy="234086"/>
          </a:xfrm>
          <a:prstGeom prst="rect">
            <a:avLst/>
          </a:prstGeom>
          <a:solidFill>
            <a:srgbClr val="212840"/>
          </a:solidFill>
          <a:ln w="12700">
            <a:solidFill>
              <a:srgbClr val="212840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210312" y="5954573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229" name="Text 227"/>
          <p:cNvSpPr/>
          <p:nvPr/>
        </p:nvSpPr>
        <p:spPr>
          <a:xfrm>
            <a:off x="448056" y="5954573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LAM-POUCH-G-225X303MM-150MIC</a:t>
            </a:r>
            <a:endParaRPr lang="en-US" sz="750" dirty="0"/>
          </a:p>
        </p:txBody>
      </p:sp>
      <p:sp>
        <p:nvSpPr>
          <p:cNvPr id="230" name="Text 228"/>
          <p:cNvSpPr/>
          <p:nvPr/>
        </p:nvSpPr>
        <p:spPr>
          <a:xfrm>
            <a:off x="3236976" y="5954573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$26,4M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4169664" y="5954573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30,1%</a:t>
            </a:r>
            <a:endParaRPr lang="en-US" sz="800" dirty="0"/>
          </a:p>
        </p:txBody>
      </p:sp>
      <p:sp>
        <p:nvSpPr>
          <p:cNvPr id="232" name="Text 230"/>
          <p:cNvSpPr/>
          <p:nvPr/>
        </p:nvSpPr>
        <p:spPr>
          <a:xfrm>
            <a:off x="4901184" y="5954573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4.637</a:t>
            </a:r>
            <a:endParaRPr lang="en-US" sz="800" dirty="0"/>
          </a:p>
        </p:txBody>
      </p:sp>
      <p:sp>
        <p:nvSpPr>
          <p:cNvPr id="233" name="Text 231"/>
          <p:cNvSpPr/>
          <p:nvPr/>
        </p:nvSpPr>
        <p:spPr>
          <a:xfrm>
            <a:off x="5596128" y="5954573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1.776</a:t>
            </a:r>
            <a:endParaRPr lang="en-US" sz="800" dirty="0"/>
          </a:p>
        </p:txBody>
      </p:sp>
      <p:sp>
        <p:nvSpPr>
          <p:cNvPr id="234" name="Text 232"/>
          <p:cNvSpPr/>
          <p:nvPr/>
        </p:nvSpPr>
        <p:spPr>
          <a:xfrm>
            <a:off x="6291072" y="5954573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78d</a:t>
            </a:r>
            <a:endParaRPr lang="en-US" sz="800" dirty="0"/>
          </a:p>
        </p:txBody>
      </p:sp>
      <p:sp>
        <p:nvSpPr>
          <p:cNvPr id="235" name="Text 233"/>
          <p:cNvSpPr/>
          <p:nvPr/>
        </p:nvSpPr>
        <p:spPr>
          <a:xfrm>
            <a:off x="7077456" y="5954573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236" name="Shape 234"/>
          <p:cNvSpPr/>
          <p:nvPr/>
        </p:nvSpPr>
        <p:spPr>
          <a:xfrm>
            <a:off x="182880" y="6152083"/>
            <a:ext cx="8055864" cy="234086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210312" y="6188659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448056" y="6188659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PORTABANROLLUP-PVC-85X200</a:t>
            </a:r>
            <a:endParaRPr lang="en-US" sz="750" dirty="0"/>
          </a:p>
        </p:txBody>
      </p:sp>
      <p:sp>
        <p:nvSpPr>
          <p:cNvPr id="239" name="Text 237"/>
          <p:cNvSpPr/>
          <p:nvPr/>
        </p:nvSpPr>
        <p:spPr>
          <a:xfrm>
            <a:off x="3236976" y="6188659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$24,2M</a:t>
            </a:r>
            <a:endParaRPr lang="en-US" sz="800" dirty="0"/>
          </a:p>
        </p:txBody>
      </p:sp>
      <p:sp>
        <p:nvSpPr>
          <p:cNvPr id="240" name="Text 238"/>
          <p:cNvSpPr/>
          <p:nvPr/>
        </p:nvSpPr>
        <p:spPr>
          <a:xfrm>
            <a:off x="4169664" y="6188659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23,1%</a:t>
            </a:r>
            <a:endParaRPr lang="en-US" sz="800" dirty="0"/>
          </a:p>
        </p:txBody>
      </p:sp>
      <p:sp>
        <p:nvSpPr>
          <p:cNvPr id="241" name="Text 239"/>
          <p:cNvSpPr/>
          <p:nvPr/>
        </p:nvSpPr>
        <p:spPr>
          <a:xfrm>
            <a:off x="4901184" y="6188659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2.033</a:t>
            </a:r>
            <a:endParaRPr lang="en-US" sz="800" dirty="0"/>
          </a:p>
        </p:txBody>
      </p:sp>
      <p:sp>
        <p:nvSpPr>
          <p:cNvPr id="242" name="Text 240"/>
          <p:cNvSpPr/>
          <p:nvPr/>
        </p:nvSpPr>
        <p:spPr>
          <a:xfrm>
            <a:off x="5596128" y="6188659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698</a:t>
            </a:r>
            <a:endParaRPr lang="en-US" sz="800" dirty="0"/>
          </a:p>
        </p:txBody>
      </p:sp>
      <p:sp>
        <p:nvSpPr>
          <p:cNvPr id="243" name="Text 241"/>
          <p:cNvSpPr/>
          <p:nvPr/>
        </p:nvSpPr>
        <p:spPr>
          <a:xfrm>
            <a:off x="6291072" y="6188659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87d</a:t>
            </a:r>
            <a:endParaRPr lang="en-US" sz="800" dirty="0"/>
          </a:p>
        </p:txBody>
      </p:sp>
      <p:sp>
        <p:nvSpPr>
          <p:cNvPr id="244" name="Text 242"/>
          <p:cNvSpPr/>
          <p:nvPr/>
        </p:nvSpPr>
        <p:spPr>
          <a:xfrm>
            <a:off x="7077456" y="6188659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245" name="Shape 243"/>
          <p:cNvSpPr/>
          <p:nvPr/>
        </p:nvSpPr>
        <p:spPr>
          <a:xfrm>
            <a:off x="182880" y="6386170"/>
            <a:ext cx="8055864" cy="234086"/>
          </a:xfrm>
          <a:prstGeom prst="rect">
            <a:avLst/>
          </a:prstGeom>
          <a:solidFill>
            <a:srgbClr val="212840"/>
          </a:solidFill>
          <a:ln w="12700">
            <a:solidFill>
              <a:srgbClr val="212840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210312" y="6422746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247" name="Text 245"/>
          <p:cNvSpPr/>
          <p:nvPr/>
        </p:nvSpPr>
        <p:spPr>
          <a:xfrm>
            <a:off x="448056" y="6422746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TERMOSUB-ALU-500ML-W</a:t>
            </a:r>
            <a:endParaRPr lang="en-US" sz="750" dirty="0"/>
          </a:p>
        </p:txBody>
      </p:sp>
      <p:sp>
        <p:nvSpPr>
          <p:cNvPr id="248" name="Text 246"/>
          <p:cNvSpPr/>
          <p:nvPr/>
        </p:nvSpPr>
        <p:spPr>
          <a:xfrm>
            <a:off x="3236976" y="6422746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$23,1M</a:t>
            </a:r>
            <a:endParaRPr lang="en-US" sz="800" dirty="0"/>
          </a:p>
        </p:txBody>
      </p:sp>
      <p:sp>
        <p:nvSpPr>
          <p:cNvPr id="249" name="Text 247"/>
          <p:cNvSpPr/>
          <p:nvPr/>
        </p:nvSpPr>
        <p:spPr>
          <a:xfrm>
            <a:off x="4169664" y="6422746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9,8%</a:t>
            </a:r>
            <a:endParaRPr lang="en-US" sz="800" dirty="0"/>
          </a:p>
        </p:txBody>
      </p:sp>
      <p:sp>
        <p:nvSpPr>
          <p:cNvPr id="250" name="Text 248"/>
          <p:cNvSpPr/>
          <p:nvPr/>
        </p:nvSpPr>
        <p:spPr>
          <a:xfrm>
            <a:off x="4901184" y="6422746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⚠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5605272" y="6413602"/>
            <a:ext cx="621792" cy="179222"/>
          </a:xfrm>
          <a:prstGeom prst="rect">
            <a:avLst/>
          </a:prstGeom>
          <a:solidFill>
            <a:srgbClr val="3B1111"/>
          </a:solidFill>
          <a:ln w="12700">
            <a:solidFill>
              <a:srgbClr val="3B1111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5596128" y="6422746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</a:t>
            </a:r>
            <a:endParaRPr lang="en-US" sz="800" dirty="0"/>
          </a:p>
        </p:txBody>
      </p:sp>
      <p:sp>
        <p:nvSpPr>
          <p:cNvPr id="253" name="Text 251"/>
          <p:cNvSpPr/>
          <p:nvPr/>
        </p:nvSpPr>
        <p:spPr>
          <a:xfrm>
            <a:off x="6291072" y="6422746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</a:t>
            </a:r>
            <a:endParaRPr lang="en-US" sz="800" dirty="0"/>
          </a:p>
        </p:txBody>
      </p:sp>
      <p:sp>
        <p:nvSpPr>
          <p:cNvPr id="254" name="Text 252"/>
          <p:cNvSpPr/>
          <p:nvPr/>
        </p:nvSpPr>
        <p:spPr>
          <a:xfrm>
            <a:off x="7077456" y="6422746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255" name="Shape 253"/>
          <p:cNvSpPr/>
          <p:nvPr/>
        </p:nvSpPr>
        <p:spPr>
          <a:xfrm>
            <a:off x="182880" y="6620256"/>
            <a:ext cx="8055864" cy="234086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210312" y="6656832"/>
            <a:ext cx="1828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257" name="Text 255"/>
          <p:cNvSpPr/>
          <p:nvPr/>
        </p:nvSpPr>
        <p:spPr>
          <a:xfrm>
            <a:off x="448056" y="6656832"/>
            <a:ext cx="27340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LAM-ROLL-M-330MM-150MTS-25MIC</a:t>
            </a:r>
            <a:endParaRPr lang="en-US" sz="750" dirty="0"/>
          </a:p>
        </p:txBody>
      </p:sp>
      <p:sp>
        <p:nvSpPr>
          <p:cNvPr id="258" name="Text 256"/>
          <p:cNvSpPr/>
          <p:nvPr/>
        </p:nvSpPr>
        <p:spPr>
          <a:xfrm>
            <a:off x="3236976" y="6656832"/>
            <a:ext cx="877824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$15,0M</a:t>
            </a:r>
            <a:endParaRPr lang="en-US" sz="800" dirty="0"/>
          </a:p>
        </p:txBody>
      </p:sp>
      <p:sp>
        <p:nvSpPr>
          <p:cNvPr id="259" name="Text 257"/>
          <p:cNvSpPr/>
          <p:nvPr/>
        </p:nvSpPr>
        <p:spPr>
          <a:xfrm>
            <a:off x="4169664" y="6656832"/>
            <a:ext cx="6766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33,2%</a:t>
            </a:r>
            <a:endParaRPr lang="en-US" sz="800" dirty="0"/>
          </a:p>
        </p:txBody>
      </p:sp>
      <p:sp>
        <p:nvSpPr>
          <p:cNvPr id="260" name="Text 258"/>
          <p:cNvSpPr/>
          <p:nvPr/>
        </p:nvSpPr>
        <p:spPr>
          <a:xfrm>
            <a:off x="4901184" y="6656832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</a:t>
            </a:r>
            <a:endParaRPr lang="en-US" sz="800" dirty="0"/>
          </a:p>
        </p:txBody>
      </p:sp>
      <p:sp>
        <p:nvSpPr>
          <p:cNvPr id="261" name="Text 259"/>
          <p:cNvSpPr/>
          <p:nvPr/>
        </p:nvSpPr>
        <p:spPr>
          <a:xfrm>
            <a:off x="5596128" y="6656832"/>
            <a:ext cx="64008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800" dirty="0"/>
          </a:p>
        </p:txBody>
      </p:sp>
      <p:sp>
        <p:nvSpPr>
          <p:cNvPr id="262" name="Text 260"/>
          <p:cNvSpPr/>
          <p:nvPr/>
        </p:nvSpPr>
        <p:spPr>
          <a:xfrm>
            <a:off x="6291072" y="6656832"/>
            <a:ext cx="7315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26d</a:t>
            </a:r>
            <a:endParaRPr lang="en-US" sz="800" dirty="0"/>
          </a:p>
        </p:txBody>
      </p:sp>
      <p:sp>
        <p:nvSpPr>
          <p:cNvPr id="263" name="Text 261"/>
          <p:cNvSpPr/>
          <p:nvPr/>
        </p:nvSpPr>
        <p:spPr>
          <a:xfrm>
            <a:off x="7077456" y="6656832"/>
            <a:ext cx="1133856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dirty="0"/>
          </a:p>
        </p:txBody>
      </p:sp>
      <p:sp>
        <p:nvSpPr>
          <p:cNvPr id="264" name="Shape 262"/>
          <p:cNvSpPr/>
          <p:nvPr/>
        </p:nvSpPr>
        <p:spPr>
          <a:xfrm>
            <a:off x="182880" y="6656832"/>
            <a:ext cx="8055864" cy="91440"/>
          </a:xfrm>
          <a:prstGeom prst="rect">
            <a:avLst/>
          </a:prstGeom>
          <a:solidFill>
            <a:srgbClr val="2E3554"/>
          </a:solidFill>
          <a:ln w="12700">
            <a:solidFill>
              <a:srgbClr val="2E3554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82880" y="6656832"/>
            <a:ext cx="5018803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182880" y="6757416"/>
            <a:ext cx="805586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 = 62,3% de la facturación</a:t>
            </a:r>
            <a:endParaRPr lang="en-US" sz="700" dirty="0"/>
          </a:p>
        </p:txBody>
      </p:sp>
      <p:sp>
        <p:nvSpPr>
          <p:cNvPr id="267" name="Shape 265"/>
          <p:cNvSpPr/>
          <p:nvPr/>
        </p:nvSpPr>
        <p:spPr>
          <a:xfrm>
            <a:off x="9052560" y="4206240"/>
            <a:ext cx="2834640" cy="2468880"/>
          </a:xfrm>
          <a:prstGeom prst="rect">
            <a:avLst>
              <a:gd name="adj" fmla="val 2222"/>
            </a:avLst>
          </a:prstGeom>
          <a:solidFill>
            <a:srgbClr val="2E3554"/>
          </a:solidFill>
          <a:ln w="12700">
            <a:solidFill>
              <a:srgbClr val="3E4A6E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9189720" y="4297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días de stock</a:t>
            </a:r>
            <a:endParaRPr lang="en-US" sz="850" dirty="0"/>
          </a:p>
        </p:txBody>
      </p:sp>
      <p:sp>
        <p:nvSpPr>
          <p:cNvPr id="269" name="Shape 267"/>
          <p:cNvSpPr/>
          <p:nvPr/>
        </p:nvSpPr>
        <p:spPr>
          <a:xfrm>
            <a:off x="9189720" y="4572000"/>
            <a:ext cx="914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345168" y="453542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días → sin stock ⚠</a:t>
            </a:r>
            <a:endParaRPr lang="en-US" sz="850" dirty="0"/>
          </a:p>
        </p:txBody>
      </p:sp>
      <p:sp>
        <p:nvSpPr>
          <p:cNvPr id="271" name="Shape 269"/>
          <p:cNvSpPr/>
          <p:nvPr/>
        </p:nvSpPr>
        <p:spPr>
          <a:xfrm>
            <a:off x="9189720" y="4956048"/>
            <a:ext cx="914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9345168" y="49194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1–30 días → crítico</a:t>
            </a:r>
            <a:endParaRPr lang="en-US" sz="850" dirty="0"/>
          </a:p>
        </p:txBody>
      </p:sp>
      <p:sp>
        <p:nvSpPr>
          <p:cNvPr id="273" name="Shape 271"/>
          <p:cNvSpPr/>
          <p:nvPr/>
        </p:nvSpPr>
        <p:spPr>
          <a:xfrm>
            <a:off x="9189720" y="5340096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9345168" y="53035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días → atención</a:t>
            </a:r>
            <a:endParaRPr lang="en-US" sz="850" dirty="0"/>
          </a:p>
        </p:txBody>
      </p:sp>
      <p:sp>
        <p:nvSpPr>
          <p:cNvPr id="275" name="Shape 273"/>
          <p:cNvSpPr/>
          <p:nvPr/>
        </p:nvSpPr>
        <p:spPr>
          <a:xfrm>
            <a:off x="9189720" y="5724144"/>
            <a:ext cx="914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9345168" y="56875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 días → saludable</a:t>
            </a:r>
            <a:endParaRPr lang="en-US" sz="850" dirty="0"/>
          </a:p>
        </p:txBody>
      </p:sp>
      <p:sp>
        <p:nvSpPr>
          <p:cNvPr id="277" name="Shape 275"/>
          <p:cNvSpPr/>
          <p:nvPr/>
        </p:nvSpPr>
        <p:spPr>
          <a:xfrm>
            <a:off x="9189720" y="6108192"/>
            <a:ext cx="914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9345168" y="607161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verde → tiene pedido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2026-10-05T20:20:06Z</dcterms:created>
  <dcterms:modified xsi:type="dcterms:W3CDTF">2026-10-05T20:20:06Z</dcterms:modified>
</cp:coreProperties>
</file>