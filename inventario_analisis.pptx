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F35"/>
          </a:solidFill>
          <a:ln w="12700">
            <a:solidFill>
              <a:srgbClr val="1A1F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530352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6400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INGRESOS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8600" y="32004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activos con estado y ETA · Octubre – Noviembre 2026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035040" y="182880"/>
            <a:ext cx="82296" cy="82296"/>
          </a:xfrm>
          <a:prstGeom prst="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53912" y="164592"/>
            <a:ext cx="1097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Llegó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7260336" y="182880"/>
            <a:ext cx="82296" cy="82296"/>
          </a:xfrm>
          <a:prstGeom prst="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79208" y="164592"/>
            <a:ext cx="1097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 (fecha)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485632" y="182880"/>
            <a:ext cx="82296" cy="82296"/>
          </a:xfrm>
          <a:prstGeom prst="rect">
            <a:avLst>
              <a:gd name="adj" fmla="val 22222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04504" y="164592"/>
            <a:ext cx="1097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/ Por embarcar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9710928" y="182880"/>
            <a:ext cx="82296" cy="82296"/>
          </a:xfrm>
          <a:prstGeom prst="rect">
            <a:avLst>
              <a:gd name="adj" fmla="val 2222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64592"/>
            <a:ext cx="1097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0936224" y="182880"/>
            <a:ext cx="82296" cy="82296"/>
          </a:xfrm>
          <a:prstGeom prst="rect">
            <a:avLst>
              <a:gd name="adj" fmla="val 22222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055096" y="164592"/>
            <a:ext cx="1097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Esperando fecha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37160" y="603504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90800" y="649224"/>
            <a:ext cx="1371600" cy="201168"/>
          </a:xfrm>
          <a:prstGeom prst="rect">
            <a:avLst>
              <a:gd name="adj" fmla="val 18182"/>
            </a:avLst>
          </a:prstGeom>
          <a:solidFill>
            <a:srgbClr val="0D2B1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9088" y="658368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Llegó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28600" y="64008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6763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28600" y="804672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Espiraladora y Anilladora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8600" y="987552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" y="1078992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1024128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ESPIRALADORA-M-A4-2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240024" y="1042416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40024" y="104241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4.500 uds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28600" y="1280160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1225296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DOBLEWIRE-2:1-M-A4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240024" y="1243584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40024" y="1243584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uds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108704" y="603504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62344" y="649224"/>
            <a:ext cx="1371600" cy="201168"/>
          </a:xfrm>
          <a:prstGeom prst="rect">
            <a:avLst>
              <a:gd name="adj" fmla="val 18182"/>
            </a:avLst>
          </a:prstGeom>
          <a:solidFill>
            <a:srgbClr val="2D240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0632" y="658368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Llega el 22/10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200144" y="64008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6783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200144" y="804672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 blanca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200144" y="987552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00144" y="1078992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91584" y="1024128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TAZASUB-ST-CER-11OZ-WG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211568" y="1042416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11568" y="104241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72.000 uds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8080248" y="603504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33888" y="649224"/>
            <a:ext cx="1371600" cy="201168"/>
          </a:xfrm>
          <a:prstGeom prst="rect">
            <a:avLst>
              <a:gd name="adj" fmla="val 18182"/>
            </a:avLst>
          </a:prstGeom>
          <a:solidFill>
            <a:srgbClr val="2D240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552176" y="658368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Llega 15/10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171688" y="64008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6856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8171688" y="804672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Sublimación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71688" y="987552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171688" y="1078992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63128" y="1024128"/>
            <a:ext cx="2874264" cy="14593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CHOPPSUB-GLS-FROST-16OZ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1183112" y="1042416"/>
            <a:ext cx="749808" cy="109362"/>
          </a:xfrm>
          <a:prstGeom prst="rect">
            <a:avLst>
              <a:gd name="adj" fmla="val 25084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183112" y="1042416"/>
            <a:ext cx="749808" cy="109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10.008 uds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8171688" y="1224930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63128" y="1170066"/>
            <a:ext cx="2874264" cy="14593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CHOPPSUB variantes (3 colores)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1183112" y="1188354"/>
            <a:ext cx="749808" cy="109362"/>
          </a:xfrm>
          <a:prstGeom prst="rect">
            <a:avLst>
              <a:gd name="adj" fmla="val 25084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183112" y="1188354"/>
            <a:ext cx="749808" cy="109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6.048 uds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8171688" y="1370868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63128" y="1316004"/>
            <a:ext cx="2874264" cy="14593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BOTSUB-ALU-2TOPS-600ML-W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1183112" y="1334292"/>
            <a:ext cx="749808" cy="109362"/>
          </a:xfrm>
          <a:prstGeom prst="rect">
            <a:avLst>
              <a:gd name="adj" fmla="val 25084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183112" y="1334292"/>
            <a:ext cx="749808" cy="109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12.000 uds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8171688" y="1516807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263128" y="1461943"/>
            <a:ext cx="2874264" cy="14593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BOTSUB variantes (2)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11183112" y="1480231"/>
            <a:ext cx="749808" cy="109362"/>
          </a:xfrm>
          <a:prstGeom prst="rect">
            <a:avLst>
              <a:gd name="adj" fmla="val 25084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183112" y="1480231"/>
            <a:ext cx="749808" cy="109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6.000 uds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8171688" y="1662745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63128" y="1607881"/>
            <a:ext cx="2874264" cy="14593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COFMUGSUB-DTEMP-500ML-W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1183112" y="1626169"/>
            <a:ext cx="749808" cy="109362"/>
          </a:xfrm>
          <a:prstGeom prst="rect">
            <a:avLst>
              <a:gd name="adj" fmla="val 25084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183112" y="1626169"/>
            <a:ext cx="749808" cy="1093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3.000 uds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137160" y="1845259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590800" y="1890979"/>
            <a:ext cx="1371600" cy="201168"/>
          </a:xfrm>
          <a:prstGeom prst="rect">
            <a:avLst>
              <a:gd name="adj" fmla="val 18182"/>
            </a:avLst>
          </a:prstGeom>
          <a:solidFill>
            <a:srgbClr val="2D240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09088" y="1900123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Llega 15/11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28600" y="1881835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6688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228600" y="2046427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Cerraduras Inteligentes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28600" y="2229307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28600" y="2320747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2265883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SMARTLOCK-PRO1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3240024" y="2284171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240024" y="2284171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uds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4108704" y="1845259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562344" y="1890979"/>
            <a:ext cx="1371600" cy="201168"/>
          </a:xfrm>
          <a:prstGeom prst="rect">
            <a:avLst>
              <a:gd name="adj" fmla="val 18182"/>
            </a:avLst>
          </a:prstGeom>
          <a:solidFill>
            <a:srgbClr val="2D240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80632" y="1900123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Llega el 01/11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4200144" y="1881835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6712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4200144" y="2046427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Cerraduras + Maq. Coser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200144" y="2229307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200144" y="2320747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291584" y="2265883"/>
            <a:ext cx="2874264" cy="18242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SMARTLOCK-B1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7211568" y="2284171"/>
            <a:ext cx="749808" cy="145847"/>
          </a:xfrm>
          <a:prstGeom prst="rect">
            <a:avLst>
              <a:gd name="adj" fmla="val 18809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211568" y="2284171"/>
            <a:ext cx="749808" cy="1458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uds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4200144" y="2503170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91584" y="2448306"/>
            <a:ext cx="2874264" cy="18242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SMARTLOCK-WT1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7211568" y="2466594"/>
            <a:ext cx="749808" cy="145847"/>
          </a:xfrm>
          <a:prstGeom prst="rect">
            <a:avLst>
              <a:gd name="adj" fmla="val 18809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211568" y="2466594"/>
            <a:ext cx="749808" cy="1458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504 uds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4200144" y="2685593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291584" y="2630729"/>
            <a:ext cx="2874264" cy="18242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SEW-OVK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7211568" y="2649017"/>
            <a:ext cx="749808" cy="145847"/>
          </a:xfrm>
          <a:prstGeom prst="rect">
            <a:avLst>
              <a:gd name="adj" fmla="val 18809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211568" y="2649017"/>
            <a:ext cx="749808" cy="1458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uds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4200144" y="2868016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291584" y="2813152"/>
            <a:ext cx="2874264" cy="18242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SEW-EMB-235X110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211568" y="2831440"/>
            <a:ext cx="749808" cy="145847"/>
          </a:xfrm>
          <a:prstGeom prst="rect">
            <a:avLst>
              <a:gd name="adj" fmla="val 18809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7211568" y="2831440"/>
            <a:ext cx="749808" cy="1458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uds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8080248" y="1845259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533888" y="1890979"/>
            <a:ext cx="1371600" cy="201168"/>
          </a:xfrm>
          <a:prstGeom prst="rect">
            <a:avLst>
              <a:gd name="adj" fmla="val 18182"/>
            </a:avLst>
          </a:prstGeom>
          <a:solidFill>
            <a:srgbClr val="2D240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0552176" y="1900123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Llega el 01/11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8171688" y="1881835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6834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8171688" y="2046427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Planchas Sublimadoras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8171688" y="2229307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71688" y="2320747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263128" y="2265883"/>
            <a:ext cx="2874264" cy="91211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PLANCHA-SUB-30X38-5EN1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11183112" y="2284171"/>
            <a:ext cx="749808" cy="54635"/>
          </a:xfrm>
          <a:prstGeom prst="rect">
            <a:avLst>
              <a:gd name="adj" fmla="val 5021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1183112" y="2284171"/>
            <a:ext cx="749808" cy="54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uds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8171688" y="2411959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263128" y="2357095"/>
            <a:ext cx="2874264" cy="91211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PLANCHA-SUB-PORTATIL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11183112" y="2375383"/>
            <a:ext cx="749808" cy="54635"/>
          </a:xfrm>
          <a:prstGeom prst="rect">
            <a:avLst>
              <a:gd name="adj" fmla="val 5021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1183112" y="2375383"/>
            <a:ext cx="749808" cy="54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uds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8171688" y="2503170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263128" y="2448306"/>
            <a:ext cx="2874264" cy="91211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PLANCHA-SUB-40X60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11183112" y="2466594"/>
            <a:ext cx="749808" cy="54635"/>
          </a:xfrm>
          <a:prstGeom prst="rect">
            <a:avLst>
              <a:gd name="adj" fmla="val 5021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183112" y="2466594"/>
            <a:ext cx="749808" cy="54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uds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8171688" y="2594381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263128" y="2539517"/>
            <a:ext cx="2874264" cy="91211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11183112" y="2557805"/>
            <a:ext cx="749808" cy="54635"/>
          </a:xfrm>
          <a:prstGeom prst="rect">
            <a:avLst>
              <a:gd name="adj" fmla="val 5021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1183112" y="2557805"/>
            <a:ext cx="749808" cy="54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uds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8171688" y="2685593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8263128" y="2630729"/>
            <a:ext cx="2874264" cy="91211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PLANCHA-SUB-AUTO-GORRA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11183112" y="2649017"/>
            <a:ext cx="749808" cy="54635"/>
          </a:xfrm>
          <a:prstGeom prst="rect">
            <a:avLst>
              <a:gd name="adj" fmla="val 5021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1183112" y="2649017"/>
            <a:ext cx="749808" cy="54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uds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8171688" y="2776804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263128" y="2721940"/>
            <a:ext cx="2874264" cy="91211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PLANCHA-SUB-AUTO-TERMO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11183112" y="2740228"/>
            <a:ext cx="749808" cy="54635"/>
          </a:xfrm>
          <a:prstGeom prst="rect">
            <a:avLst>
              <a:gd name="adj" fmla="val 5021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1183112" y="2740228"/>
            <a:ext cx="749808" cy="54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uds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8171688" y="2868016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263128" y="2813152"/>
            <a:ext cx="2874264" cy="91211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PLANCHA-SUB-GORRA</a:t>
            </a: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11183112" y="2831440"/>
            <a:ext cx="749808" cy="54635"/>
          </a:xfrm>
          <a:prstGeom prst="rect">
            <a:avLst>
              <a:gd name="adj" fmla="val 5021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1183112" y="2831440"/>
            <a:ext cx="749808" cy="54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uds</a:t>
            </a:r>
            <a:endParaRPr lang="en-US" sz="700" dirty="0"/>
          </a:p>
        </p:txBody>
      </p:sp>
      <p:sp>
        <p:nvSpPr>
          <p:cNvPr id="132" name="Shape 130"/>
          <p:cNvSpPr/>
          <p:nvPr/>
        </p:nvSpPr>
        <p:spPr>
          <a:xfrm>
            <a:off x="8171688" y="2959227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263128" y="2904363"/>
            <a:ext cx="2874264" cy="91211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PLANCHA-SUB-TAZA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11183112" y="2922651"/>
            <a:ext cx="749808" cy="54635"/>
          </a:xfrm>
          <a:prstGeom prst="rect">
            <a:avLst>
              <a:gd name="adj" fmla="val 5021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1183112" y="2922651"/>
            <a:ext cx="749808" cy="54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uds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137160" y="3087014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90800" y="3132734"/>
            <a:ext cx="1371600" cy="201168"/>
          </a:xfrm>
          <a:prstGeom prst="rect">
            <a:avLst>
              <a:gd name="adj" fmla="val 18182"/>
            </a:avLst>
          </a:prstGeom>
          <a:solidFill>
            <a:srgbClr val="2D240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2609088" y="3141878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Llega el 01/11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228600" y="312359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6835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228600" y="3288182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Planchas Sublimadoras V2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228600" y="3471062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28600" y="3562502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320040" y="3507638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PLANCHA-SUB-AUTO-38X38-V2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3240024" y="3525926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240024" y="352592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uds</a:t>
            </a:r>
            <a:endParaRPr lang="en-US" sz="700" dirty="0"/>
          </a:p>
        </p:txBody>
      </p:sp>
      <p:sp>
        <p:nvSpPr>
          <p:cNvPr id="146" name="Shape 144"/>
          <p:cNvSpPr/>
          <p:nvPr/>
        </p:nvSpPr>
        <p:spPr>
          <a:xfrm>
            <a:off x="4108704" y="3087014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62344" y="3132734"/>
            <a:ext cx="1371600" cy="201168"/>
          </a:xfrm>
          <a:prstGeom prst="rect">
            <a:avLst>
              <a:gd name="adj" fmla="val 18182"/>
            </a:avLst>
          </a:prstGeom>
          <a:solidFill>
            <a:srgbClr val="2D1A08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6580632" y="3141878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🚢 Sale el 9/11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4200144" y="312359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6704</a:t>
            </a:r>
            <a:endParaRPr lang="en-US" sz="750" dirty="0"/>
          </a:p>
        </p:txBody>
      </p:sp>
      <p:sp>
        <p:nvSpPr>
          <p:cNvPr id="150" name="Text 148"/>
          <p:cNvSpPr/>
          <p:nvPr/>
        </p:nvSpPr>
        <p:spPr>
          <a:xfrm>
            <a:off x="4200144" y="3288182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Protector de Pintura PPF</a:t>
            </a:r>
            <a:endParaRPr lang="en-US" sz="850" dirty="0"/>
          </a:p>
        </p:txBody>
      </p:sp>
      <p:sp>
        <p:nvSpPr>
          <p:cNvPr id="151" name="Shape 149"/>
          <p:cNvSpPr/>
          <p:nvPr/>
        </p:nvSpPr>
        <p:spPr>
          <a:xfrm>
            <a:off x="4200144" y="3471062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200144" y="3562502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91584" y="3507638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PPF-G-152X15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>
            <a:off x="7211568" y="3525926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7211568" y="352592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uds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8080248" y="3087014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0533888" y="3132734"/>
            <a:ext cx="1371600" cy="201168"/>
          </a:xfrm>
          <a:prstGeom prst="rect">
            <a:avLst>
              <a:gd name="adj" fmla="val 18182"/>
            </a:avLst>
          </a:prstGeom>
          <a:solidFill>
            <a:srgbClr val="2D1A08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10552176" y="3141878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🚢 Por embarcar</a:t>
            </a:r>
            <a:endParaRPr lang="en-US" sz="700" dirty="0"/>
          </a:p>
        </p:txBody>
      </p:sp>
      <p:sp>
        <p:nvSpPr>
          <p:cNvPr id="159" name="Text 157"/>
          <p:cNvSpPr/>
          <p:nvPr/>
        </p:nvSpPr>
        <p:spPr>
          <a:xfrm>
            <a:off x="8171688" y="312359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6698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8171688" y="3288182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Arrancadores de Batería</a:t>
            </a:r>
            <a:endParaRPr lang="en-US" sz="850" dirty="0"/>
          </a:p>
        </p:txBody>
      </p:sp>
      <p:sp>
        <p:nvSpPr>
          <p:cNvPr id="161" name="Shape 159"/>
          <p:cNvSpPr/>
          <p:nvPr/>
        </p:nvSpPr>
        <p:spPr>
          <a:xfrm>
            <a:off x="8171688" y="3471062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8171688" y="3562502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263128" y="3507638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JS8000-SC-USBC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11183112" y="3525926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1183112" y="3525926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uds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8171688" y="3763670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263128" y="3708806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JS10000-AIRP-SC-USBC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11183112" y="3727094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1183112" y="3727094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uds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8171688" y="3964838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263128" y="3909974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JS10000-SC-USBC</a:t>
            </a:r>
            <a:endParaRPr lang="en-US" sz="750" dirty="0"/>
          </a:p>
        </p:txBody>
      </p:sp>
      <p:sp>
        <p:nvSpPr>
          <p:cNvPr id="172" name="Shape 170"/>
          <p:cNvSpPr/>
          <p:nvPr/>
        </p:nvSpPr>
        <p:spPr>
          <a:xfrm>
            <a:off x="11183112" y="3928262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1183112" y="392826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uds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37160" y="4328770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590800" y="4374490"/>
            <a:ext cx="1371600" cy="201168"/>
          </a:xfrm>
          <a:prstGeom prst="rect">
            <a:avLst>
              <a:gd name="adj" fmla="val 18182"/>
            </a:avLst>
          </a:prstGeom>
          <a:solidFill>
            <a:srgbClr val="2D1A08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2609088" y="4383634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🚢 Por embarcar</a:t>
            </a:r>
            <a:endParaRPr lang="en-US" sz="700" dirty="0"/>
          </a:p>
        </p:txBody>
      </p:sp>
      <p:sp>
        <p:nvSpPr>
          <p:cNvPr id="177" name="Text 175"/>
          <p:cNvSpPr/>
          <p:nvPr/>
        </p:nvSpPr>
        <p:spPr>
          <a:xfrm>
            <a:off x="228600" y="436534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6716</a:t>
            </a:r>
            <a:endParaRPr lang="en-US" sz="750" dirty="0"/>
          </a:p>
        </p:txBody>
      </p:sp>
      <p:sp>
        <p:nvSpPr>
          <p:cNvPr id="178" name="Text 176"/>
          <p:cNvSpPr/>
          <p:nvPr/>
        </p:nvSpPr>
        <p:spPr>
          <a:xfrm>
            <a:off x="228600" y="4529938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Luces de Emergencia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228600" y="4712818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28600" y="4804258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20040" y="4749394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EMERLIGHT-30LED</a:t>
            </a:r>
            <a:endParaRPr lang="en-US" sz="750" dirty="0"/>
          </a:p>
        </p:txBody>
      </p:sp>
      <p:sp>
        <p:nvSpPr>
          <p:cNvPr id="182" name="Shape 180"/>
          <p:cNvSpPr/>
          <p:nvPr/>
        </p:nvSpPr>
        <p:spPr>
          <a:xfrm>
            <a:off x="3240024" y="4767682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3240024" y="4767682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uds</a:t>
            </a:r>
            <a:endParaRPr lang="en-US" sz="700" dirty="0"/>
          </a:p>
        </p:txBody>
      </p:sp>
      <p:sp>
        <p:nvSpPr>
          <p:cNvPr id="184" name="Shape 182"/>
          <p:cNvSpPr/>
          <p:nvPr/>
        </p:nvSpPr>
        <p:spPr>
          <a:xfrm>
            <a:off x="228600" y="5005426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320040" y="4950562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EMERLIGHT-60LED</a:t>
            </a:r>
            <a:endParaRPr lang="en-US" sz="750" dirty="0"/>
          </a:p>
        </p:txBody>
      </p:sp>
      <p:sp>
        <p:nvSpPr>
          <p:cNvPr id="186" name="Shape 184"/>
          <p:cNvSpPr/>
          <p:nvPr/>
        </p:nvSpPr>
        <p:spPr>
          <a:xfrm>
            <a:off x="3240024" y="4968850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3240024" y="496885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uds</a:t>
            </a:r>
            <a:endParaRPr lang="en-US" sz="700" dirty="0"/>
          </a:p>
        </p:txBody>
      </p:sp>
      <p:sp>
        <p:nvSpPr>
          <p:cNvPr id="188" name="Shape 186"/>
          <p:cNvSpPr/>
          <p:nvPr/>
        </p:nvSpPr>
        <p:spPr>
          <a:xfrm>
            <a:off x="4108704" y="4328770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6562344" y="4374490"/>
            <a:ext cx="1371600" cy="201168"/>
          </a:xfrm>
          <a:prstGeom prst="rect">
            <a:avLst>
              <a:gd name="adj" fmla="val 18182"/>
            </a:avLst>
          </a:prstGeom>
          <a:solidFill>
            <a:srgbClr val="2D1A08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6580632" y="4383634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🚢 Por embarcar</a:t>
            </a:r>
            <a:endParaRPr lang="en-US" sz="700" dirty="0"/>
          </a:p>
        </p:txBody>
      </p:sp>
      <p:sp>
        <p:nvSpPr>
          <p:cNvPr id="191" name="Text 189"/>
          <p:cNvSpPr/>
          <p:nvPr/>
        </p:nvSpPr>
        <p:spPr>
          <a:xfrm>
            <a:off x="4200144" y="436534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6767</a:t>
            </a:r>
            <a:endParaRPr lang="en-US" sz="750" dirty="0"/>
          </a:p>
        </p:txBody>
      </p:sp>
      <p:sp>
        <p:nvSpPr>
          <p:cNvPr id="192" name="Text 190"/>
          <p:cNvSpPr/>
          <p:nvPr/>
        </p:nvSpPr>
        <p:spPr>
          <a:xfrm>
            <a:off x="4200144" y="4529938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Coser / Costura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4200144" y="4712818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4200144" y="4804258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4291584" y="4749394"/>
            <a:ext cx="2874264" cy="1216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SEW-PORT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7211568" y="4767682"/>
            <a:ext cx="749808" cy="85039"/>
          </a:xfrm>
          <a:prstGeom prst="rect">
            <a:avLst>
              <a:gd name="adj" fmla="val 32258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211568" y="4767682"/>
            <a:ext cx="749808" cy="85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uds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4200144" y="4925873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291584" y="4871009"/>
            <a:ext cx="2874264" cy="1216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SEW-12ST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7211568" y="4889297"/>
            <a:ext cx="749808" cy="85039"/>
          </a:xfrm>
          <a:prstGeom prst="rect">
            <a:avLst>
              <a:gd name="adj" fmla="val 32258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7211568" y="4889297"/>
            <a:ext cx="749808" cy="85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uds</a:t>
            </a:r>
            <a:endParaRPr lang="en-US" sz="700" dirty="0"/>
          </a:p>
        </p:txBody>
      </p:sp>
      <p:sp>
        <p:nvSpPr>
          <p:cNvPr id="202" name="Shape 200"/>
          <p:cNvSpPr/>
          <p:nvPr/>
        </p:nvSpPr>
        <p:spPr>
          <a:xfrm>
            <a:off x="4200144" y="5047488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91584" y="4992624"/>
            <a:ext cx="2874264" cy="1216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SEW-16ST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7211568" y="5010912"/>
            <a:ext cx="749808" cy="85039"/>
          </a:xfrm>
          <a:prstGeom prst="rect">
            <a:avLst>
              <a:gd name="adj" fmla="val 32258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7211568" y="5010912"/>
            <a:ext cx="749808" cy="85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uds</a:t>
            </a:r>
            <a:endParaRPr lang="en-US" sz="700" dirty="0"/>
          </a:p>
        </p:txBody>
      </p:sp>
      <p:sp>
        <p:nvSpPr>
          <p:cNvPr id="206" name="Shape 204"/>
          <p:cNvSpPr/>
          <p:nvPr/>
        </p:nvSpPr>
        <p:spPr>
          <a:xfrm>
            <a:off x="4200144" y="5169103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4291584" y="5114239"/>
            <a:ext cx="2874264" cy="1216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SEW-MINI</a:t>
            </a:r>
            <a:endParaRPr lang="en-US" sz="750" dirty="0"/>
          </a:p>
        </p:txBody>
      </p:sp>
      <p:sp>
        <p:nvSpPr>
          <p:cNvPr id="208" name="Shape 206"/>
          <p:cNvSpPr/>
          <p:nvPr/>
        </p:nvSpPr>
        <p:spPr>
          <a:xfrm>
            <a:off x="7211568" y="5132527"/>
            <a:ext cx="749808" cy="85039"/>
          </a:xfrm>
          <a:prstGeom prst="rect">
            <a:avLst>
              <a:gd name="adj" fmla="val 32258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7211568" y="5132527"/>
            <a:ext cx="749808" cy="85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2.000 uds</a:t>
            </a:r>
            <a:endParaRPr lang="en-US" sz="700" dirty="0"/>
          </a:p>
        </p:txBody>
      </p:sp>
      <p:sp>
        <p:nvSpPr>
          <p:cNvPr id="210" name="Shape 208"/>
          <p:cNvSpPr/>
          <p:nvPr/>
        </p:nvSpPr>
        <p:spPr>
          <a:xfrm>
            <a:off x="4200144" y="5290718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4291584" y="5235854"/>
            <a:ext cx="2874264" cy="1216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SEW-KIT-X8</a:t>
            </a:r>
            <a:endParaRPr lang="en-US" sz="750" dirty="0"/>
          </a:p>
        </p:txBody>
      </p:sp>
      <p:sp>
        <p:nvSpPr>
          <p:cNvPr id="212" name="Shape 210"/>
          <p:cNvSpPr/>
          <p:nvPr/>
        </p:nvSpPr>
        <p:spPr>
          <a:xfrm>
            <a:off x="7211568" y="5254142"/>
            <a:ext cx="749808" cy="85039"/>
          </a:xfrm>
          <a:prstGeom prst="rect">
            <a:avLst>
              <a:gd name="adj" fmla="val 32258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211568" y="5254142"/>
            <a:ext cx="749808" cy="85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uds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4200144" y="5412334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4291584" y="5357470"/>
            <a:ext cx="2874264" cy="121615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SCISSORS-ELEC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7211568" y="5375758"/>
            <a:ext cx="749808" cy="85039"/>
          </a:xfrm>
          <a:prstGeom prst="rect">
            <a:avLst>
              <a:gd name="adj" fmla="val 32258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211568" y="5375758"/>
            <a:ext cx="749808" cy="85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uds</a:t>
            </a:r>
            <a:endParaRPr lang="en-US" sz="700" dirty="0"/>
          </a:p>
        </p:txBody>
      </p:sp>
      <p:sp>
        <p:nvSpPr>
          <p:cNvPr id="218" name="Shape 216"/>
          <p:cNvSpPr/>
          <p:nvPr/>
        </p:nvSpPr>
        <p:spPr>
          <a:xfrm>
            <a:off x="8080248" y="4328770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10533888" y="4374490"/>
            <a:ext cx="1371600" cy="201168"/>
          </a:xfrm>
          <a:prstGeom prst="rect">
            <a:avLst>
              <a:gd name="adj" fmla="val 18182"/>
            </a:avLst>
          </a:prstGeom>
          <a:solidFill>
            <a:srgbClr val="2D1A08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10552176" y="4383634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🚢 Por embarcar</a:t>
            </a:r>
            <a:endParaRPr lang="en-US" sz="700" dirty="0"/>
          </a:p>
        </p:txBody>
      </p:sp>
      <p:sp>
        <p:nvSpPr>
          <p:cNvPr id="221" name="Text 219"/>
          <p:cNvSpPr/>
          <p:nvPr/>
        </p:nvSpPr>
        <p:spPr>
          <a:xfrm>
            <a:off x="8171688" y="436534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6764</a:t>
            </a:r>
            <a:endParaRPr lang="en-US" sz="750" dirty="0"/>
          </a:p>
        </p:txBody>
      </p:sp>
      <p:sp>
        <p:nvSpPr>
          <p:cNvPr id="222" name="Text 220"/>
          <p:cNvSpPr/>
          <p:nvPr/>
        </p:nvSpPr>
        <p:spPr>
          <a:xfrm>
            <a:off x="8171688" y="4529938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Sublimación (termos)</a:t>
            </a:r>
            <a:endParaRPr lang="en-US" sz="850" dirty="0"/>
          </a:p>
        </p:txBody>
      </p:sp>
      <p:sp>
        <p:nvSpPr>
          <p:cNvPr id="223" name="Shape 221"/>
          <p:cNvSpPr/>
          <p:nvPr/>
        </p:nvSpPr>
        <p:spPr>
          <a:xfrm>
            <a:off x="8171688" y="4712818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171688" y="4804258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263128" y="4749394"/>
            <a:ext cx="2874264" cy="1042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BOTSUB-ALU-SPORTCAP-500ML-W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11183112" y="4767682"/>
            <a:ext cx="749808" cy="67666"/>
          </a:xfrm>
          <a:prstGeom prst="rect">
            <a:avLst>
              <a:gd name="adj" fmla="val 4054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11183112" y="4767682"/>
            <a:ext cx="749808" cy="67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25.000 uds</a:t>
            </a:r>
            <a:endParaRPr lang="en-US" sz="700" dirty="0"/>
          </a:p>
        </p:txBody>
      </p:sp>
      <p:sp>
        <p:nvSpPr>
          <p:cNvPr id="228" name="Shape 226"/>
          <p:cNvSpPr/>
          <p:nvPr/>
        </p:nvSpPr>
        <p:spPr>
          <a:xfrm>
            <a:off x="8171688" y="4908499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8263128" y="4853635"/>
            <a:ext cx="2874264" cy="1042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TUMBLERSUB-ALU-1200ML-W</a:t>
            </a:r>
            <a:endParaRPr lang="en-US" sz="750" dirty="0"/>
          </a:p>
        </p:txBody>
      </p:sp>
      <p:sp>
        <p:nvSpPr>
          <p:cNvPr id="230" name="Shape 228"/>
          <p:cNvSpPr/>
          <p:nvPr/>
        </p:nvSpPr>
        <p:spPr>
          <a:xfrm>
            <a:off x="11183112" y="4871923"/>
            <a:ext cx="749808" cy="67666"/>
          </a:xfrm>
          <a:prstGeom prst="rect">
            <a:avLst>
              <a:gd name="adj" fmla="val 4054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31" name="Text 229"/>
          <p:cNvSpPr/>
          <p:nvPr/>
        </p:nvSpPr>
        <p:spPr>
          <a:xfrm>
            <a:off x="11183112" y="4871923"/>
            <a:ext cx="749808" cy="67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12.000 uds</a:t>
            </a:r>
            <a:endParaRPr lang="en-US" sz="700" dirty="0"/>
          </a:p>
        </p:txBody>
      </p:sp>
      <p:sp>
        <p:nvSpPr>
          <p:cNvPr id="232" name="Shape 230"/>
          <p:cNvSpPr/>
          <p:nvPr/>
        </p:nvSpPr>
        <p:spPr>
          <a:xfrm>
            <a:off x="8171688" y="5012741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33" name="Text 231"/>
          <p:cNvSpPr/>
          <p:nvPr/>
        </p:nvSpPr>
        <p:spPr>
          <a:xfrm>
            <a:off x="8263128" y="4957877"/>
            <a:ext cx="2874264" cy="1042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MUGSUB-W</a:t>
            </a:r>
            <a:endParaRPr lang="en-US" sz="750" dirty="0"/>
          </a:p>
        </p:txBody>
      </p:sp>
      <p:sp>
        <p:nvSpPr>
          <p:cNvPr id="234" name="Shape 232"/>
          <p:cNvSpPr/>
          <p:nvPr/>
        </p:nvSpPr>
        <p:spPr>
          <a:xfrm>
            <a:off x="11183112" y="4976165"/>
            <a:ext cx="749808" cy="67666"/>
          </a:xfrm>
          <a:prstGeom prst="rect">
            <a:avLst>
              <a:gd name="adj" fmla="val 4054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35" name="Text 233"/>
          <p:cNvSpPr/>
          <p:nvPr/>
        </p:nvSpPr>
        <p:spPr>
          <a:xfrm>
            <a:off x="11183112" y="4976165"/>
            <a:ext cx="749808" cy="67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15.000 uds</a:t>
            </a:r>
            <a:endParaRPr lang="en-US" sz="700" dirty="0"/>
          </a:p>
        </p:txBody>
      </p:sp>
      <p:sp>
        <p:nvSpPr>
          <p:cNvPr id="236" name="Shape 234"/>
          <p:cNvSpPr/>
          <p:nvPr/>
        </p:nvSpPr>
        <p:spPr>
          <a:xfrm>
            <a:off x="8171688" y="5116982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8263128" y="5062118"/>
            <a:ext cx="2874264" cy="1042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MATESUB-W</a:t>
            </a:r>
            <a:endParaRPr lang="en-US" sz="750" dirty="0"/>
          </a:p>
        </p:txBody>
      </p:sp>
      <p:sp>
        <p:nvSpPr>
          <p:cNvPr id="238" name="Shape 236"/>
          <p:cNvSpPr/>
          <p:nvPr/>
        </p:nvSpPr>
        <p:spPr>
          <a:xfrm>
            <a:off x="11183112" y="5080406"/>
            <a:ext cx="749808" cy="67666"/>
          </a:xfrm>
          <a:prstGeom prst="rect">
            <a:avLst>
              <a:gd name="adj" fmla="val 4054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11183112" y="5080406"/>
            <a:ext cx="749808" cy="67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uds</a:t>
            </a:r>
            <a:endParaRPr lang="en-US" sz="700" dirty="0"/>
          </a:p>
        </p:txBody>
      </p:sp>
      <p:sp>
        <p:nvSpPr>
          <p:cNvPr id="240" name="Shape 238"/>
          <p:cNvSpPr/>
          <p:nvPr/>
        </p:nvSpPr>
        <p:spPr>
          <a:xfrm>
            <a:off x="8171688" y="5221224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8263128" y="5166360"/>
            <a:ext cx="2874264" cy="1042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TERMOSUB-DTEMP-500ML-W</a:t>
            </a:r>
            <a:endParaRPr lang="en-US" sz="750" dirty="0"/>
          </a:p>
        </p:txBody>
      </p:sp>
      <p:sp>
        <p:nvSpPr>
          <p:cNvPr id="242" name="Shape 240"/>
          <p:cNvSpPr/>
          <p:nvPr/>
        </p:nvSpPr>
        <p:spPr>
          <a:xfrm>
            <a:off x="11183112" y="5184648"/>
            <a:ext cx="749808" cy="67666"/>
          </a:xfrm>
          <a:prstGeom prst="rect">
            <a:avLst>
              <a:gd name="adj" fmla="val 4054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11183112" y="5184648"/>
            <a:ext cx="749808" cy="67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uds</a:t>
            </a:r>
            <a:endParaRPr lang="en-US" sz="700" dirty="0"/>
          </a:p>
        </p:txBody>
      </p:sp>
      <p:sp>
        <p:nvSpPr>
          <p:cNvPr id="244" name="Shape 242"/>
          <p:cNvSpPr/>
          <p:nvPr/>
        </p:nvSpPr>
        <p:spPr>
          <a:xfrm>
            <a:off x="8171688" y="5325466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8263128" y="5270602"/>
            <a:ext cx="2874264" cy="1042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VACUUM-CUP-W</a:t>
            </a:r>
            <a:endParaRPr lang="en-US" sz="750" dirty="0"/>
          </a:p>
        </p:txBody>
      </p:sp>
      <p:sp>
        <p:nvSpPr>
          <p:cNvPr id="246" name="Shape 244"/>
          <p:cNvSpPr/>
          <p:nvPr/>
        </p:nvSpPr>
        <p:spPr>
          <a:xfrm>
            <a:off x="11183112" y="5288890"/>
            <a:ext cx="749808" cy="67666"/>
          </a:xfrm>
          <a:prstGeom prst="rect">
            <a:avLst>
              <a:gd name="adj" fmla="val 4054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11183112" y="5288890"/>
            <a:ext cx="749808" cy="67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4.000 uds</a:t>
            </a:r>
            <a:endParaRPr lang="en-US" sz="700" dirty="0"/>
          </a:p>
        </p:txBody>
      </p:sp>
      <p:sp>
        <p:nvSpPr>
          <p:cNvPr id="248" name="Shape 246"/>
          <p:cNvSpPr/>
          <p:nvPr/>
        </p:nvSpPr>
        <p:spPr>
          <a:xfrm>
            <a:off x="8171688" y="5429707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8263128" y="5374843"/>
            <a:ext cx="2874264" cy="10424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 SKUs más</a:t>
            </a:r>
            <a:endParaRPr lang="en-US" sz="750" dirty="0"/>
          </a:p>
        </p:txBody>
      </p:sp>
      <p:sp>
        <p:nvSpPr>
          <p:cNvPr id="250" name="Shape 248"/>
          <p:cNvSpPr/>
          <p:nvPr/>
        </p:nvSpPr>
        <p:spPr>
          <a:xfrm>
            <a:off x="11183112" y="5393131"/>
            <a:ext cx="749808" cy="67666"/>
          </a:xfrm>
          <a:prstGeom prst="rect">
            <a:avLst>
              <a:gd name="adj" fmla="val 40540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11183112" y="5393131"/>
            <a:ext cx="749808" cy="67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7.400 uds</a:t>
            </a:r>
            <a:endParaRPr lang="en-US" sz="700" dirty="0"/>
          </a:p>
        </p:txBody>
      </p:sp>
      <p:sp>
        <p:nvSpPr>
          <p:cNvPr id="252" name="Shape 250"/>
          <p:cNvSpPr/>
          <p:nvPr/>
        </p:nvSpPr>
        <p:spPr>
          <a:xfrm>
            <a:off x="137160" y="5570525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590800" y="5616245"/>
            <a:ext cx="1371600" cy="201168"/>
          </a:xfrm>
          <a:prstGeom prst="rect">
            <a:avLst>
              <a:gd name="adj" fmla="val 18182"/>
            </a:avLst>
          </a:prstGeom>
          <a:solidFill>
            <a:srgbClr val="1E153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2609088" y="5625389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En producción</a:t>
            </a:r>
            <a:endParaRPr lang="en-US" sz="700" dirty="0"/>
          </a:p>
        </p:txBody>
      </p:sp>
      <p:sp>
        <p:nvSpPr>
          <p:cNvPr id="255" name="Text 253"/>
          <p:cNvSpPr/>
          <p:nvPr/>
        </p:nvSpPr>
        <p:spPr>
          <a:xfrm>
            <a:off x="228600" y="5607101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6779</a:t>
            </a:r>
            <a:endParaRPr lang="en-US" sz="750" dirty="0"/>
          </a:p>
        </p:txBody>
      </p:sp>
      <p:sp>
        <p:nvSpPr>
          <p:cNvPr id="256" name="Text 254"/>
          <p:cNvSpPr/>
          <p:nvPr/>
        </p:nvSpPr>
        <p:spPr>
          <a:xfrm>
            <a:off x="228600" y="5771693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Planchas Sublimadoras</a:t>
            </a:r>
            <a:endParaRPr lang="en-US" sz="850" dirty="0"/>
          </a:p>
        </p:txBody>
      </p:sp>
      <p:sp>
        <p:nvSpPr>
          <p:cNvPr id="257" name="Shape 255"/>
          <p:cNvSpPr/>
          <p:nvPr/>
        </p:nvSpPr>
        <p:spPr>
          <a:xfrm>
            <a:off x="228600" y="5954573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28600" y="6046013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59" name="Text 257"/>
          <p:cNvSpPr/>
          <p:nvPr/>
        </p:nvSpPr>
        <p:spPr>
          <a:xfrm>
            <a:off x="320040" y="5991149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PLANCHA-SUB-30X38-5EN1</a:t>
            </a:r>
            <a:endParaRPr lang="en-US" sz="750" dirty="0"/>
          </a:p>
        </p:txBody>
      </p:sp>
      <p:sp>
        <p:nvSpPr>
          <p:cNvPr id="260" name="Shape 258"/>
          <p:cNvSpPr/>
          <p:nvPr/>
        </p:nvSpPr>
        <p:spPr>
          <a:xfrm>
            <a:off x="3240024" y="6009437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3240024" y="6009437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uds</a:t>
            </a:r>
            <a:endParaRPr lang="en-US" sz="700" dirty="0"/>
          </a:p>
        </p:txBody>
      </p:sp>
      <p:sp>
        <p:nvSpPr>
          <p:cNvPr id="262" name="Shape 260"/>
          <p:cNvSpPr/>
          <p:nvPr/>
        </p:nvSpPr>
        <p:spPr>
          <a:xfrm>
            <a:off x="228600" y="6247181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63" name="Text 261"/>
          <p:cNvSpPr/>
          <p:nvPr/>
        </p:nvSpPr>
        <p:spPr>
          <a:xfrm>
            <a:off x="320040" y="6192317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PLANCHA-SUB-TERMO</a:t>
            </a:r>
            <a:endParaRPr lang="en-US" sz="750" dirty="0"/>
          </a:p>
        </p:txBody>
      </p:sp>
      <p:sp>
        <p:nvSpPr>
          <p:cNvPr id="264" name="Shape 262"/>
          <p:cNvSpPr/>
          <p:nvPr/>
        </p:nvSpPr>
        <p:spPr>
          <a:xfrm>
            <a:off x="3240024" y="6210605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65" name="Text 263"/>
          <p:cNvSpPr/>
          <p:nvPr/>
        </p:nvSpPr>
        <p:spPr>
          <a:xfrm>
            <a:off x="3240024" y="6210605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uds</a:t>
            </a:r>
            <a:endParaRPr lang="en-US" sz="700" dirty="0"/>
          </a:p>
        </p:txBody>
      </p:sp>
      <p:sp>
        <p:nvSpPr>
          <p:cNvPr id="266" name="Shape 264"/>
          <p:cNvSpPr/>
          <p:nvPr/>
        </p:nvSpPr>
        <p:spPr>
          <a:xfrm>
            <a:off x="228600" y="6448349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320040" y="6393485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PLANCHA-SUB-26X26-PORT</a:t>
            </a:r>
            <a:endParaRPr lang="en-US" sz="750" dirty="0"/>
          </a:p>
        </p:txBody>
      </p:sp>
      <p:sp>
        <p:nvSpPr>
          <p:cNvPr id="268" name="Shape 266"/>
          <p:cNvSpPr/>
          <p:nvPr/>
        </p:nvSpPr>
        <p:spPr>
          <a:xfrm>
            <a:off x="3240024" y="6411773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3240024" y="6411773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uds</a:t>
            </a:r>
            <a:endParaRPr lang="en-US" sz="700" dirty="0"/>
          </a:p>
        </p:txBody>
      </p:sp>
      <p:sp>
        <p:nvSpPr>
          <p:cNvPr id="270" name="Shape 268"/>
          <p:cNvSpPr/>
          <p:nvPr/>
        </p:nvSpPr>
        <p:spPr>
          <a:xfrm>
            <a:off x="4108704" y="5570525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62344" y="5616245"/>
            <a:ext cx="1371600" cy="201168"/>
          </a:xfrm>
          <a:prstGeom prst="rect">
            <a:avLst>
              <a:gd name="adj" fmla="val 18182"/>
            </a:avLst>
          </a:prstGeom>
          <a:solidFill>
            <a:srgbClr val="2E3554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72" name="Text 270"/>
          <p:cNvSpPr/>
          <p:nvPr/>
        </p:nvSpPr>
        <p:spPr>
          <a:xfrm>
            <a:off x="6580632" y="5625389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Esperando fecha</a:t>
            </a:r>
            <a:endParaRPr lang="en-US" sz="700" dirty="0"/>
          </a:p>
        </p:txBody>
      </p:sp>
      <p:sp>
        <p:nvSpPr>
          <p:cNvPr id="273" name="Text 271"/>
          <p:cNvSpPr/>
          <p:nvPr/>
        </p:nvSpPr>
        <p:spPr>
          <a:xfrm>
            <a:off x="4200144" y="5607101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6917</a:t>
            </a:r>
            <a:endParaRPr lang="en-US" sz="750" dirty="0"/>
          </a:p>
        </p:txBody>
      </p:sp>
      <p:sp>
        <p:nvSpPr>
          <p:cNvPr id="274" name="Text 272"/>
          <p:cNvSpPr/>
          <p:nvPr/>
        </p:nvSpPr>
        <p:spPr>
          <a:xfrm>
            <a:off x="4200144" y="5771693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 blanca y Mágica</a:t>
            </a:r>
            <a:endParaRPr lang="en-US" sz="850" dirty="0"/>
          </a:p>
        </p:txBody>
      </p:sp>
      <p:sp>
        <p:nvSpPr>
          <p:cNvPr id="275" name="Shape 273"/>
          <p:cNvSpPr/>
          <p:nvPr/>
        </p:nvSpPr>
        <p:spPr>
          <a:xfrm>
            <a:off x="4200144" y="5954573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4200144" y="6046013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77" name="Text 275"/>
          <p:cNvSpPr/>
          <p:nvPr/>
        </p:nvSpPr>
        <p:spPr>
          <a:xfrm>
            <a:off x="4291584" y="5991149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TAZASUB-ST-CER-11OZ-WG</a:t>
            </a:r>
            <a:endParaRPr lang="en-US" sz="750" dirty="0"/>
          </a:p>
        </p:txBody>
      </p:sp>
      <p:sp>
        <p:nvSpPr>
          <p:cNvPr id="278" name="Shape 276"/>
          <p:cNvSpPr/>
          <p:nvPr/>
        </p:nvSpPr>
        <p:spPr>
          <a:xfrm>
            <a:off x="7211568" y="6009437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79" name="Text 277"/>
          <p:cNvSpPr/>
          <p:nvPr/>
        </p:nvSpPr>
        <p:spPr>
          <a:xfrm>
            <a:off x="7211568" y="6009437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27.468 uds</a:t>
            </a:r>
            <a:endParaRPr lang="en-US" sz="700" dirty="0"/>
          </a:p>
        </p:txBody>
      </p:sp>
      <p:sp>
        <p:nvSpPr>
          <p:cNvPr id="280" name="Shape 278"/>
          <p:cNvSpPr/>
          <p:nvPr/>
        </p:nvSpPr>
        <p:spPr>
          <a:xfrm>
            <a:off x="4200144" y="6247181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4291584" y="6192317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TAZASUB-MAGIC-CER-11OZ-BK</a:t>
            </a:r>
            <a:endParaRPr lang="en-US" sz="750" dirty="0"/>
          </a:p>
        </p:txBody>
      </p:sp>
      <p:sp>
        <p:nvSpPr>
          <p:cNvPr id="282" name="Shape 280"/>
          <p:cNvSpPr/>
          <p:nvPr/>
        </p:nvSpPr>
        <p:spPr>
          <a:xfrm>
            <a:off x="7211568" y="6210605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83" name="Text 281"/>
          <p:cNvSpPr/>
          <p:nvPr/>
        </p:nvSpPr>
        <p:spPr>
          <a:xfrm>
            <a:off x="7211568" y="6210605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40.032 uds</a:t>
            </a:r>
            <a:endParaRPr lang="en-US" sz="700" dirty="0"/>
          </a:p>
        </p:txBody>
      </p:sp>
      <p:sp>
        <p:nvSpPr>
          <p:cNvPr id="284" name="Shape 282"/>
          <p:cNvSpPr/>
          <p:nvPr/>
        </p:nvSpPr>
        <p:spPr>
          <a:xfrm>
            <a:off x="8080248" y="5570525"/>
            <a:ext cx="3880104" cy="1186891"/>
          </a:xfrm>
          <a:prstGeom prst="rect">
            <a:avLst>
              <a:gd name="adj" fmla="val 46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0533888" y="5616245"/>
            <a:ext cx="1371600" cy="201168"/>
          </a:xfrm>
          <a:prstGeom prst="rect">
            <a:avLst>
              <a:gd name="adj" fmla="val 18182"/>
            </a:avLst>
          </a:prstGeom>
          <a:solidFill>
            <a:srgbClr val="2E3554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10552176" y="5625389"/>
            <a:ext cx="13350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Esperando fecha</a:t>
            </a:r>
            <a:endParaRPr lang="en-US" sz="700" dirty="0"/>
          </a:p>
        </p:txBody>
      </p:sp>
      <p:sp>
        <p:nvSpPr>
          <p:cNvPr id="287" name="Text 285"/>
          <p:cNvSpPr/>
          <p:nvPr/>
        </p:nvSpPr>
        <p:spPr>
          <a:xfrm>
            <a:off x="8171688" y="5607101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6848</a:t>
            </a:r>
            <a:endParaRPr lang="en-US" sz="750" dirty="0"/>
          </a:p>
        </p:txBody>
      </p:sp>
      <p:sp>
        <p:nvSpPr>
          <p:cNvPr id="288" name="Text 286"/>
          <p:cNvSpPr/>
          <p:nvPr/>
        </p:nvSpPr>
        <p:spPr>
          <a:xfrm>
            <a:off x="8171688" y="5771693"/>
            <a:ext cx="2325624" cy="16459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 blanca y Asa corazón</a:t>
            </a:r>
            <a:endParaRPr lang="en-US" sz="850" dirty="0"/>
          </a:p>
        </p:txBody>
      </p:sp>
      <p:sp>
        <p:nvSpPr>
          <p:cNvPr id="289" name="Shape 287"/>
          <p:cNvSpPr/>
          <p:nvPr/>
        </p:nvSpPr>
        <p:spPr>
          <a:xfrm>
            <a:off x="8171688" y="5954573"/>
            <a:ext cx="3697224" cy="0"/>
          </a:xfrm>
          <a:prstGeom prst="line">
            <a:avLst/>
          </a:prstGeom>
          <a:noFill/>
          <a:ln w="6350">
            <a:solidFill>
              <a:srgbClr val="3E4A6E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8171688" y="6046013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8263128" y="5991149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TAZASUB-ST-CER-11OZ-WG</a:t>
            </a:r>
            <a:endParaRPr lang="en-US" sz="750" dirty="0"/>
          </a:p>
        </p:txBody>
      </p:sp>
      <p:sp>
        <p:nvSpPr>
          <p:cNvPr id="292" name="Shape 290"/>
          <p:cNvSpPr/>
          <p:nvPr/>
        </p:nvSpPr>
        <p:spPr>
          <a:xfrm>
            <a:off x="11183112" y="6009437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93" name="Text 291"/>
          <p:cNvSpPr/>
          <p:nvPr/>
        </p:nvSpPr>
        <p:spPr>
          <a:xfrm>
            <a:off x="11183112" y="6009437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72.000 uds</a:t>
            </a:r>
            <a:endParaRPr lang="en-US" sz="700" dirty="0"/>
          </a:p>
        </p:txBody>
      </p:sp>
      <p:sp>
        <p:nvSpPr>
          <p:cNvPr id="294" name="Shape 292"/>
          <p:cNvSpPr/>
          <p:nvPr/>
        </p:nvSpPr>
        <p:spPr>
          <a:xfrm>
            <a:off x="8171688" y="6247181"/>
            <a:ext cx="64008" cy="64008"/>
          </a:xfrm>
          <a:prstGeom prst="ellipse">
            <a:avLst/>
          </a:prstGeom>
          <a:solidFill>
            <a:srgbClr val="3E4A6E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295" name="Text 293"/>
          <p:cNvSpPr/>
          <p:nvPr/>
        </p:nvSpPr>
        <p:spPr>
          <a:xfrm>
            <a:off x="8263128" y="6192317"/>
            <a:ext cx="2874264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TAZASUB-CORA-CER-11OZ-WG</a:t>
            </a:r>
            <a:endParaRPr lang="en-US" sz="750" dirty="0"/>
          </a:p>
        </p:txBody>
      </p:sp>
      <p:sp>
        <p:nvSpPr>
          <p:cNvPr id="296" name="Shape 294"/>
          <p:cNvSpPr/>
          <p:nvPr/>
        </p:nvSpPr>
        <p:spPr>
          <a:xfrm>
            <a:off x="11183112" y="6210605"/>
            <a:ext cx="749808" cy="164592"/>
          </a:xfrm>
          <a:prstGeom prst="rect">
            <a:avLst>
              <a:gd name="adj" fmla="val 16667"/>
            </a:avLst>
          </a:prstGeom>
          <a:solidFill>
            <a:srgbClr val="1D2540"/>
          </a:solidFill>
          <a:ln w="12700">
            <a:solidFill>
              <a:srgbClr val="2D3A5E"/>
            </a:solidFill>
            <a:prstDash val="solid"/>
          </a:ln>
        </p:spPr>
      </p:sp>
      <p:sp>
        <p:nvSpPr>
          <p:cNvPr id="297" name="Text 295"/>
          <p:cNvSpPr/>
          <p:nvPr/>
        </p:nvSpPr>
        <p:spPr>
          <a:xfrm>
            <a:off x="11183112" y="6210605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72.000 uds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2026-10-05T20:39:15Z</dcterms:created>
  <dcterms:modified xsi:type="dcterms:W3CDTF">2026-10-05T20:39:15Z</dcterms:modified>
</cp:coreProperties>
</file>