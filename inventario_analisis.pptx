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F35"/>
          </a:solidFill>
          <a:ln w="12700">
            <a:solidFill>
              <a:srgbClr val="1A1F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42A42"/>
          </a:solidFill>
          <a:ln w="12700">
            <a:solidFill>
              <a:srgbClr val="242A4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54864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25 PRODUCTOS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62,3% de la facturación total · Ecom + Táctica · Ene–Sep 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303520" y="54864"/>
            <a:ext cx="1645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Facturación total  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5303520" y="228600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$2.283M ARS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022592" y="54864"/>
            <a:ext cx="1645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25 del total  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7022592" y="228600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62,3%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741664" y="54864"/>
            <a:ext cx="1645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stock  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8741664" y="228600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SKUs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460736" y="54864"/>
            <a:ext cx="1645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pedido activo  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0460736" y="228600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SKUs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82880" y="493776"/>
            <a:ext cx="8695944" cy="238447"/>
          </a:xfrm>
          <a:prstGeom prst="rect">
            <a:avLst/>
          </a:prstGeom>
          <a:solidFill>
            <a:srgbClr val="1D2540"/>
          </a:solidFill>
          <a:ln w="12700">
            <a:solidFill>
              <a:srgbClr val="1D254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1168" y="521208"/>
            <a:ext cx="210312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48056" y="521208"/>
            <a:ext cx="34838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968496" y="521208"/>
            <a:ext cx="9692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Total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4974336" y="521208"/>
            <a:ext cx="76809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5779008" y="521208"/>
            <a:ext cx="6949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6510528" y="521208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V·30d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7223760" y="521208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Stock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7936992" y="521208"/>
            <a:ext cx="9235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 ✔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182880" y="732223"/>
            <a:ext cx="8695944" cy="238447"/>
          </a:xfrm>
          <a:prstGeom prst="rect">
            <a:avLst/>
          </a:prstGeom>
          <a:solidFill>
            <a:srgbClr val="1C2236"/>
          </a:solidFill>
          <a:ln w="12700">
            <a:solidFill>
              <a:srgbClr val="1C223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82880" y="748683"/>
            <a:ext cx="27432" cy="205529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01168" y="759655"/>
            <a:ext cx="210312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48056" y="759655"/>
            <a:ext cx="34838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PLANCHA-SUB-30X38-5EN1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968496" y="759655"/>
            <a:ext cx="9692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$271,6M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974336" y="759655"/>
            <a:ext cx="76809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36,1%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779008" y="759655"/>
            <a:ext cx="6949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510528" y="759655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660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223760" y="759655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9d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936992" y="759655"/>
            <a:ext cx="9235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2.000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82880" y="970671"/>
            <a:ext cx="8695944" cy="238447"/>
          </a:xfrm>
          <a:prstGeom prst="rect">
            <a:avLst/>
          </a:prstGeom>
          <a:solidFill>
            <a:srgbClr val="1F2740"/>
          </a:solidFill>
          <a:ln w="12700">
            <a:solidFill>
              <a:srgbClr val="1F274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82880" y="987130"/>
            <a:ext cx="27432" cy="205529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01168" y="998103"/>
            <a:ext cx="210312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48056" y="998103"/>
            <a:ext cx="34838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PLANCHA-SUB-PORTATIL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3968496" y="998103"/>
            <a:ext cx="9692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$126,6M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974336" y="998103"/>
            <a:ext cx="76809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35,2%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779008" y="998103"/>
            <a:ext cx="6949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1.844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6510528" y="998103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971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7223760" y="998103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57d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7936992" y="998103"/>
            <a:ext cx="9235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1.500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182880" y="1209118"/>
            <a:ext cx="8695944" cy="238447"/>
          </a:xfrm>
          <a:prstGeom prst="rect">
            <a:avLst/>
          </a:prstGeom>
          <a:solidFill>
            <a:srgbClr val="1C2236"/>
          </a:solidFill>
          <a:ln w="12700">
            <a:solidFill>
              <a:srgbClr val="1C223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82880" y="1225577"/>
            <a:ext cx="27432" cy="205529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01168" y="1236550"/>
            <a:ext cx="210312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448056" y="1236550"/>
            <a:ext cx="34838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TAZASUB-ST-CER-11OZ-WG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3968496" y="1236550"/>
            <a:ext cx="9692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$112,9M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4974336" y="1236550"/>
            <a:ext cx="76809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7,9%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5779008" y="1236550"/>
            <a:ext cx="6949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⚠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6510528" y="1236550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867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223760" y="1236550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0d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7936992" y="1236550"/>
            <a:ext cx="9235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171.468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182880" y="1447566"/>
            <a:ext cx="8695944" cy="238447"/>
          </a:xfrm>
          <a:prstGeom prst="rect">
            <a:avLst/>
          </a:prstGeom>
          <a:solidFill>
            <a:srgbClr val="1F2740"/>
          </a:solidFill>
          <a:ln w="12700">
            <a:solidFill>
              <a:srgbClr val="1F274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82880" y="1464025"/>
            <a:ext cx="27432" cy="205529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01168" y="1474998"/>
            <a:ext cx="210312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448056" y="1474998"/>
            <a:ext cx="34838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PLANCHA-SUB-40X60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3968496" y="1474998"/>
            <a:ext cx="9692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$100,7M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4974336" y="1474998"/>
            <a:ext cx="76809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44,4%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5779008" y="1474998"/>
            <a:ext cx="6949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6510528" y="1474998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7223760" y="1474998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60d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7936992" y="1474998"/>
            <a:ext cx="9235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182880" y="1686013"/>
            <a:ext cx="8695944" cy="238447"/>
          </a:xfrm>
          <a:prstGeom prst="rect">
            <a:avLst/>
          </a:prstGeom>
          <a:solidFill>
            <a:srgbClr val="1C2236"/>
          </a:solidFill>
          <a:ln w="12700">
            <a:solidFill>
              <a:srgbClr val="1C223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82880" y="1702472"/>
            <a:ext cx="27432" cy="205529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01168" y="1713445"/>
            <a:ext cx="210312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448056" y="1713445"/>
            <a:ext cx="34838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PLANCHA-SUB-AUTO-38X38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3968496" y="1713445"/>
            <a:ext cx="9692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$97,7M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974336" y="1713445"/>
            <a:ext cx="76809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34,0%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5779008" y="1713445"/>
            <a:ext cx="6949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6510528" y="1713445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7223760" y="1713445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198d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7936992" y="1713445"/>
            <a:ext cx="9235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182880" y="1924460"/>
            <a:ext cx="8695944" cy="238447"/>
          </a:xfrm>
          <a:prstGeom prst="rect">
            <a:avLst/>
          </a:prstGeom>
          <a:solidFill>
            <a:srgbClr val="1F2740"/>
          </a:solidFill>
          <a:ln w="12700">
            <a:solidFill>
              <a:srgbClr val="1F274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201168" y="1951892"/>
            <a:ext cx="210312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448056" y="1951892"/>
            <a:ext cx="34838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PLANCHA-SUB-26X26-PORT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3968496" y="1951892"/>
            <a:ext cx="9692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$62,6M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4974336" y="1951892"/>
            <a:ext cx="76809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38,0%</a:t>
            </a:r>
            <a:endParaRPr lang="en-US" sz="850" dirty="0"/>
          </a:p>
        </p:txBody>
      </p:sp>
      <p:sp>
        <p:nvSpPr>
          <p:cNvPr id="78" name="Text 76"/>
          <p:cNvSpPr/>
          <p:nvPr/>
        </p:nvSpPr>
        <p:spPr>
          <a:xfrm>
            <a:off x="5779008" y="1951892"/>
            <a:ext cx="6949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sp>
        <p:nvSpPr>
          <p:cNvPr id="79" name="Text 77"/>
          <p:cNvSpPr/>
          <p:nvPr/>
        </p:nvSpPr>
        <p:spPr>
          <a:xfrm>
            <a:off x="6510528" y="1951892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244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7223760" y="1951892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0d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7936992" y="1951892"/>
            <a:ext cx="9235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182880" y="2162908"/>
            <a:ext cx="8695944" cy="238447"/>
          </a:xfrm>
          <a:prstGeom prst="rect">
            <a:avLst/>
          </a:prstGeom>
          <a:solidFill>
            <a:srgbClr val="1C2236"/>
          </a:solidFill>
          <a:ln w="12700">
            <a:solidFill>
              <a:srgbClr val="1C223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01168" y="2190340"/>
            <a:ext cx="210312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448056" y="2190340"/>
            <a:ext cx="34838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ESPIRALADORA-M-A4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3968496" y="2190340"/>
            <a:ext cx="9692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$55,1M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4974336" y="2190340"/>
            <a:ext cx="76809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13,2%</a:t>
            </a:r>
            <a:endParaRPr lang="en-US" sz="850" dirty="0"/>
          </a:p>
        </p:txBody>
      </p:sp>
      <p:sp>
        <p:nvSpPr>
          <p:cNvPr id="87" name="Text 85"/>
          <p:cNvSpPr/>
          <p:nvPr/>
        </p:nvSpPr>
        <p:spPr>
          <a:xfrm>
            <a:off x="5779008" y="2190340"/>
            <a:ext cx="6949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⚠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6510528" y="2190340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7223760" y="2190340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90" name="Text 88"/>
          <p:cNvSpPr/>
          <p:nvPr/>
        </p:nvSpPr>
        <p:spPr>
          <a:xfrm>
            <a:off x="7936992" y="2190340"/>
            <a:ext cx="9235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182880" y="2401355"/>
            <a:ext cx="8695944" cy="238447"/>
          </a:xfrm>
          <a:prstGeom prst="rect">
            <a:avLst/>
          </a:prstGeom>
          <a:solidFill>
            <a:srgbClr val="1F2740"/>
          </a:solidFill>
          <a:ln w="12700">
            <a:solidFill>
              <a:srgbClr val="1F274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201168" y="2428787"/>
            <a:ext cx="210312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  <p:sp>
        <p:nvSpPr>
          <p:cNvPr id="93" name="Text 91"/>
          <p:cNvSpPr/>
          <p:nvPr/>
        </p:nvSpPr>
        <p:spPr>
          <a:xfrm>
            <a:off x="448056" y="2428787"/>
            <a:ext cx="34838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LAMINATOR-330MM-V2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3968496" y="2428787"/>
            <a:ext cx="9692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$48,1M</a:t>
            </a:r>
            <a:endParaRPr lang="en-US" sz="850" dirty="0"/>
          </a:p>
        </p:txBody>
      </p:sp>
      <p:sp>
        <p:nvSpPr>
          <p:cNvPr id="95" name="Text 93"/>
          <p:cNvSpPr/>
          <p:nvPr/>
        </p:nvSpPr>
        <p:spPr>
          <a:xfrm>
            <a:off x="4974336" y="2428787"/>
            <a:ext cx="76809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36,1%</a:t>
            </a:r>
            <a:endParaRPr lang="en-US" sz="850" dirty="0"/>
          </a:p>
        </p:txBody>
      </p:sp>
      <p:sp>
        <p:nvSpPr>
          <p:cNvPr id="96" name="Text 94"/>
          <p:cNvSpPr/>
          <p:nvPr/>
        </p:nvSpPr>
        <p:spPr>
          <a:xfrm>
            <a:off x="5779008" y="2428787"/>
            <a:ext cx="6949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2.204</a:t>
            </a:r>
            <a:endParaRPr lang="en-US" sz="850" dirty="0"/>
          </a:p>
        </p:txBody>
      </p:sp>
      <p:sp>
        <p:nvSpPr>
          <p:cNvPr id="97" name="Text 95"/>
          <p:cNvSpPr/>
          <p:nvPr/>
        </p:nvSpPr>
        <p:spPr>
          <a:xfrm>
            <a:off x="6510528" y="2428787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348</a:t>
            </a:r>
            <a:endParaRPr lang="en-US" sz="850" dirty="0"/>
          </a:p>
        </p:txBody>
      </p:sp>
      <p:sp>
        <p:nvSpPr>
          <p:cNvPr id="98" name="Text 96"/>
          <p:cNvSpPr/>
          <p:nvPr/>
        </p:nvSpPr>
        <p:spPr>
          <a:xfrm>
            <a:off x="7223760" y="2428787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190d</a:t>
            </a:r>
            <a:endParaRPr lang="en-US" sz="850" dirty="0"/>
          </a:p>
        </p:txBody>
      </p:sp>
      <p:sp>
        <p:nvSpPr>
          <p:cNvPr id="99" name="Text 97"/>
          <p:cNvSpPr/>
          <p:nvPr/>
        </p:nvSpPr>
        <p:spPr>
          <a:xfrm>
            <a:off x="7936992" y="2428787"/>
            <a:ext cx="9235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182880" y="2639802"/>
            <a:ext cx="8695944" cy="238447"/>
          </a:xfrm>
          <a:prstGeom prst="rect">
            <a:avLst/>
          </a:prstGeom>
          <a:solidFill>
            <a:srgbClr val="1C2236"/>
          </a:solidFill>
          <a:ln w="12700">
            <a:solidFill>
              <a:srgbClr val="1C2236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201168" y="2667234"/>
            <a:ext cx="210312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  <p:sp>
        <p:nvSpPr>
          <p:cNvPr id="102" name="Text 100"/>
          <p:cNvSpPr/>
          <p:nvPr/>
        </p:nvSpPr>
        <p:spPr>
          <a:xfrm>
            <a:off x="448056" y="2667234"/>
            <a:ext cx="34838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PLANCHA-SUB-TERMO</a:t>
            </a:r>
            <a:endParaRPr lang="en-US" sz="800" dirty="0"/>
          </a:p>
        </p:txBody>
      </p:sp>
      <p:sp>
        <p:nvSpPr>
          <p:cNvPr id="103" name="Text 101"/>
          <p:cNvSpPr/>
          <p:nvPr/>
        </p:nvSpPr>
        <p:spPr>
          <a:xfrm>
            <a:off x="3968496" y="2667234"/>
            <a:ext cx="9692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$41,2M</a:t>
            </a:r>
            <a:endParaRPr lang="en-US" sz="850" dirty="0"/>
          </a:p>
        </p:txBody>
      </p:sp>
      <p:sp>
        <p:nvSpPr>
          <p:cNvPr id="104" name="Text 102"/>
          <p:cNvSpPr/>
          <p:nvPr/>
        </p:nvSpPr>
        <p:spPr>
          <a:xfrm>
            <a:off x="4974336" y="2667234"/>
            <a:ext cx="76809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37,7%</a:t>
            </a:r>
            <a:endParaRPr lang="en-US" sz="850" dirty="0"/>
          </a:p>
        </p:txBody>
      </p:sp>
      <p:sp>
        <p:nvSpPr>
          <p:cNvPr id="105" name="Text 103"/>
          <p:cNvSpPr/>
          <p:nvPr/>
        </p:nvSpPr>
        <p:spPr>
          <a:xfrm>
            <a:off x="5779008" y="2667234"/>
            <a:ext cx="6949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218</a:t>
            </a:r>
            <a:endParaRPr lang="en-US" sz="850" dirty="0"/>
          </a:p>
        </p:txBody>
      </p:sp>
      <p:sp>
        <p:nvSpPr>
          <p:cNvPr id="106" name="Text 104"/>
          <p:cNvSpPr/>
          <p:nvPr/>
        </p:nvSpPr>
        <p:spPr>
          <a:xfrm>
            <a:off x="6510528" y="2667234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</a:t>
            </a:r>
            <a:endParaRPr lang="en-US" sz="850" dirty="0"/>
          </a:p>
        </p:txBody>
      </p:sp>
      <p:sp>
        <p:nvSpPr>
          <p:cNvPr id="107" name="Text 105"/>
          <p:cNvSpPr/>
          <p:nvPr/>
        </p:nvSpPr>
        <p:spPr>
          <a:xfrm>
            <a:off x="7223760" y="2667234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57d</a:t>
            </a:r>
            <a:endParaRPr lang="en-US" sz="850" dirty="0"/>
          </a:p>
        </p:txBody>
      </p:sp>
      <p:sp>
        <p:nvSpPr>
          <p:cNvPr id="108" name="Text 106"/>
          <p:cNvSpPr/>
          <p:nvPr/>
        </p:nvSpPr>
        <p:spPr>
          <a:xfrm>
            <a:off x="7936992" y="2667234"/>
            <a:ext cx="9235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</a:t>
            </a:r>
            <a:endParaRPr lang="en-US" sz="850" dirty="0"/>
          </a:p>
        </p:txBody>
      </p:sp>
      <p:sp>
        <p:nvSpPr>
          <p:cNvPr id="109" name="Shape 107"/>
          <p:cNvSpPr/>
          <p:nvPr/>
        </p:nvSpPr>
        <p:spPr>
          <a:xfrm>
            <a:off x="182880" y="2878250"/>
            <a:ext cx="8695944" cy="238447"/>
          </a:xfrm>
          <a:prstGeom prst="rect">
            <a:avLst/>
          </a:prstGeom>
          <a:solidFill>
            <a:srgbClr val="1F2740"/>
          </a:solidFill>
          <a:ln w="12700">
            <a:solidFill>
              <a:srgbClr val="1F2740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201168" y="2905682"/>
            <a:ext cx="210312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sp>
        <p:nvSpPr>
          <p:cNvPr id="111" name="Text 109"/>
          <p:cNvSpPr/>
          <p:nvPr/>
        </p:nvSpPr>
        <p:spPr>
          <a:xfrm>
            <a:off x="448056" y="2905682"/>
            <a:ext cx="34838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LAMINATOR-240MM-V2</a:t>
            </a:r>
            <a:endParaRPr lang="en-US" sz="800" dirty="0"/>
          </a:p>
        </p:txBody>
      </p:sp>
      <p:sp>
        <p:nvSpPr>
          <p:cNvPr id="112" name="Text 110"/>
          <p:cNvSpPr/>
          <p:nvPr/>
        </p:nvSpPr>
        <p:spPr>
          <a:xfrm>
            <a:off x="3968496" y="2905682"/>
            <a:ext cx="9692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$41,2M</a:t>
            </a:r>
            <a:endParaRPr lang="en-US" sz="850" dirty="0"/>
          </a:p>
        </p:txBody>
      </p:sp>
      <p:sp>
        <p:nvSpPr>
          <p:cNvPr id="113" name="Text 111"/>
          <p:cNvSpPr/>
          <p:nvPr/>
        </p:nvSpPr>
        <p:spPr>
          <a:xfrm>
            <a:off x="4974336" y="2905682"/>
            <a:ext cx="76809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34,3%</a:t>
            </a:r>
            <a:endParaRPr lang="en-US" sz="850" dirty="0"/>
          </a:p>
        </p:txBody>
      </p:sp>
      <p:sp>
        <p:nvSpPr>
          <p:cNvPr id="114" name="Text 112"/>
          <p:cNvSpPr/>
          <p:nvPr/>
        </p:nvSpPr>
        <p:spPr>
          <a:xfrm>
            <a:off x="5779008" y="2905682"/>
            <a:ext cx="6949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1.757</a:t>
            </a:r>
            <a:endParaRPr lang="en-US" sz="850" dirty="0"/>
          </a:p>
        </p:txBody>
      </p:sp>
      <p:sp>
        <p:nvSpPr>
          <p:cNvPr id="115" name="Text 113"/>
          <p:cNvSpPr/>
          <p:nvPr/>
        </p:nvSpPr>
        <p:spPr>
          <a:xfrm>
            <a:off x="6510528" y="2905682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650</a:t>
            </a:r>
            <a:endParaRPr lang="en-US" sz="850" dirty="0"/>
          </a:p>
        </p:txBody>
      </p:sp>
      <p:sp>
        <p:nvSpPr>
          <p:cNvPr id="116" name="Text 114"/>
          <p:cNvSpPr/>
          <p:nvPr/>
        </p:nvSpPr>
        <p:spPr>
          <a:xfrm>
            <a:off x="7223760" y="2905682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81d</a:t>
            </a:r>
            <a:endParaRPr lang="en-US" sz="850" dirty="0"/>
          </a:p>
        </p:txBody>
      </p:sp>
      <p:sp>
        <p:nvSpPr>
          <p:cNvPr id="117" name="Text 115"/>
          <p:cNvSpPr/>
          <p:nvPr/>
        </p:nvSpPr>
        <p:spPr>
          <a:xfrm>
            <a:off x="7936992" y="2905682"/>
            <a:ext cx="9235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118" name="Shape 116"/>
          <p:cNvSpPr/>
          <p:nvPr/>
        </p:nvSpPr>
        <p:spPr>
          <a:xfrm>
            <a:off x="182880" y="3116697"/>
            <a:ext cx="8695944" cy="238447"/>
          </a:xfrm>
          <a:prstGeom prst="rect">
            <a:avLst/>
          </a:prstGeom>
          <a:solidFill>
            <a:srgbClr val="1C2236"/>
          </a:solidFill>
          <a:ln w="12700">
            <a:solidFill>
              <a:srgbClr val="1C2236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201168" y="3144129"/>
            <a:ext cx="210312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  <p:sp>
        <p:nvSpPr>
          <p:cNvPr id="120" name="Text 118"/>
          <p:cNvSpPr/>
          <p:nvPr/>
        </p:nvSpPr>
        <p:spPr>
          <a:xfrm>
            <a:off x="448056" y="3144129"/>
            <a:ext cx="34838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GLOBAL-G720S</a:t>
            </a:r>
            <a:endParaRPr lang="en-US" sz="800" dirty="0"/>
          </a:p>
        </p:txBody>
      </p:sp>
      <p:sp>
        <p:nvSpPr>
          <p:cNvPr id="121" name="Text 119"/>
          <p:cNvSpPr/>
          <p:nvPr/>
        </p:nvSpPr>
        <p:spPr>
          <a:xfrm>
            <a:off x="3968496" y="3144129"/>
            <a:ext cx="9692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$38,9M</a:t>
            </a:r>
            <a:endParaRPr lang="en-US" sz="850" dirty="0"/>
          </a:p>
        </p:txBody>
      </p:sp>
      <p:sp>
        <p:nvSpPr>
          <p:cNvPr id="122" name="Text 120"/>
          <p:cNvSpPr/>
          <p:nvPr/>
        </p:nvSpPr>
        <p:spPr>
          <a:xfrm>
            <a:off x="4974336" y="3144129"/>
            <a:ext cx="76809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13,3%</a:t>
            </a:r>
            <a:endParaRPr lang="en-US" sz="850" dirty="0"/>
          </a:p>
        </p:txBody>
      </p:sp>
      <p:sp>
        <p:nvSpPr>
          <p:cNvPr id="123" name="Text 121"/>
          <p:cNvSpPr/>
          <p:nvPr/>
        </p:nvSpPr>
        <p:spPr>
          <a:xfrm>
            <a:off x="5779008" y="3144129"/>
            <a:ext cx="6949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850" dirty="0"/>
          </a:p>
        </p:txBody>
      </p:sp>
      <p:sp>
        <p:nvSpPr>
          <p:cNvPr id="124" name="Text 122"/>
          <p:cNvSpPr/>
          <p:nvPr/>
        </p:nvSpPr>
        <p:spPr>
          <a:xfrm>
            <a:off x="6510528" y="3144129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  <p:sp>
        <p:nvSpPr>
          <p:cNvPr id="125" name="Text 123"/>
          <p:cNvSpPr/>
          <p:nvPr/>
        </p:nvSpPr>
        <p:spPr>
          <a:xfrm>
            <a:off x="7223760" y="3144129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64d</a:t>
            </a:r>
            <a:endParaRPr lang="en-US" sz="850" dirty="0"/>
          </a:p>
        </p:txBody>
      </p:sp>
      <p:sp>
        <p:nvSpPr>
          <p:cNvPr id="126" name="Text 124"/>
          <p:cNvSpPr/>
          <p:nvPr/>
        </p:nvSpPr>
        <p:spPr>
          <a:xfrm>
            <a:off x="7936992" y="3144129"/>
            <a:ext cx="9235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127" name="Shape 125"/>
          <p:cNvSpPr/>
          <p:nvPr/>
        </p:nvSpPr>
        <p:spPr>
          <a:xfrm>
            <a:off x="182880" y="3355145"/>
            <a:ext cx="8695944" cy="238447"/>
          </a:xfrm>
          <a:prstGeom prst="rect">
            <a:avLst/>
          </a:prstGeom>
          <a:solidFill>
            <a:srgbClr val="1F2740"/>
          </a:solidFill>
          <a:ln w="12700">
            <a:solidFill>
              <a:srgbClr val="1F2740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201168" y="3382577"/>
            <a:ext cx="210312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  <p:sp>
        <p:nvSpPr>
          <p:cNvPr id="129" name="Text 127"/>
          <p:cNvSpPr/>
          <p:nvPr/>
        </p:nvSpPr>
        <p:spPr>
          <a:xfrm>
            <a:off x="448056" y="3382577"/>
            <a:ext cx="34838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PLANCHA-SUB-AUTO-TERMO</a:t>
            </a:r>
            <a:endParaRPr lang="en-US" sz="800" dirty="0"/>
          </a:p>
        </p:txBody>
      </p:sp>
      <p:sp>
        <p:nvSpPr>
          <p:cNvPr id="130" name="Text 128"/>
          <p:cNvSpPr/>
          <p:nvPr/>
        </p:nvSpPr>
        <p:spPr>
          <a:xfrm>
            <a:off x="3968496" y="3382577"/>
            <a:ext cx="9692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$37,9M</a:t>
            </a:r>
            <a:endParaRPr lang="en-US" sz="850" dirty="0"/>
          </a:p>
        </p:txBody>
      </p:sp>
      <p:sp>
        <p:nvSpPr>
          <p:cNvPr id="131" name="Text 129"/>
          <p:cNvSpPr/>
          <p:nvPr/>
        </p:nvSpPr>
        <p:spPr>
          <a:xfrm>
            <a:off x="4974336" y="3382577"/>
            <a:ext cx="76809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34,7%</a:t>
            </a:r>
            <a:endParaRPr lang="en-US" sz="850" dirty="0"/>
          </a:p>
        </p:txBody>
      </p:sp>
      <p:sp>
        <p:nvSpPr>
          <p:cNvPr id="132" name="Text 130"/>
          <p:cNvSpPr/>
          <p:nvPr/>
        </p:nvSpPr>
        <p:spPr>
          <a:xfrm>
            <a:off x="5779008" y="3382577"/>
            <a:ext cx="6949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⚠</a:t>
            </a:r>
            <a:endParaRPr lang="en-US" sz="850" dirty="0"/>
          </a:p>
        </p:txBody>
      </p:sp>
      <p:sp>
        <p:nvSpPr>
          <p:cNvPr id="133" name="Text 131"/>
          <p:cNvSpPr/>
          <p:nvPr/>
        </p:nvSpPr>
        <p:spPr>
          <a:xfrm>
            <a:off x="6510528" y="3382577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134" name="Text 132"/>
          <p:cNvSpPr/>
          <p:nvPr/>
        </p:nvSpPr>
        <p:spPr>
          <a:xfrm>
            <a:off x="7223760" y="3382577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135" name="Text 133"/>
          <p:cNvSpPr/>
          <p:nvPr/>
        </p:nvSpPr>
        <p:spPr>
          <a:xfrm>
            <a:off x="7936992" y="3382577"/>
            <a:ext cx="9235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182880" y="3593592"/>
            <a:ext cx="8695944" cy="238447"/>
          </a:xfrm>
          <a:prstGeom prst="rect">
            <a:avLst/>
          </a:prstGeom>
          <a:solidFill>
            <a:srgbClr val="1C2236"/>
          </a:solidFill>
          <a:ln w="12700">
            <a:solidFill>
              <a:srgbClr val="1C2236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201168" y="3621024"/>
            <a:ext cx="210312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  <p:sp>
        <p:nvSpPr>
          <p:cNvPr id="138" name="Text 136"/>
          <p:cNvSpPr/>
          <p:nvPr/>
        </p:nvSpPr>
        <p:spPr>
          <a:xfrm>
            <a:off x="448056" y="3621024"/>
            <a:ext cx="34838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LAMINATOR-230MM-V2</a:t>
            </a:r>
            <a:endParaRPr lang="en-US" sz="800" dirty="0"/>
          </a:p>
        </p:txBody>
      </p:sp>
      <p:sp>
        <p:nvSpPr>
          <p:cNvPr id="139" name="Text 137"/>
          <p:cNvSpPr/>
          <p:nvPr/>
        </p:nvSpPr>
        <p:spPr>
          <a:xfrm>
            <a:off x="3968496" y="3621024"/>
            <a:ext cx="9692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$35,3M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974336" y="3621024"/>
            <a:ext cx="76809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27,1%</a:t>
            </a:r>
            <a:endParaRPr lang="en-US" sz="850" dirty="0"/>
          </a:p>
        </p:txBody>
      </p:sp>
      <p:sp>
        <p:nvSpPr>
          <p:cNvPr id="141" name="Text 139"/>
          <p:cNvSpPr/>
          <p:nvPr/>
        </p:nvSpPr>
        <p:spPr>
          <a:xfrm>
            <a:off x="5779008" y="3621024"/>
            <a:ext cx="6949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1.105</a:t>
            </a:r>
            <a:endParaRPr lang="en-US" sz="850" dirty="0"/>
          </a:p>
        </p:txBody>
      </p:sp>
      <p:sp>
        <p:nvSpPr>
          <p:cNvPr id="142" name="Text 140"/>
          <p:cNvSpPr/>
          <p:nvPr/>
        </p:nvSpPr>
        <p:spPr>
          <a:xfrm>
            <a:off x="6510528" y="3621024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761</a:t>
            </a:r>
            <a:endParaRPr lang="en-US" sz="850" dirty="0"/>
          </a:p>
        </p:txBody>
      </p:sp>
      <p:sp>
        <p:nvSpPr>
          <p:cNvPr id="143" name="Text 141"/>
          <p:cNvSpPr/>
          <p:nvPr/>
        </p:nvSpPr>
        <p:spPr>
          <a:xfrm>
            <a:off x="7223760" y="3621024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44d</a:t>
            </a:r>
            <a:endParaRPr lang="en-US" sz="850" dirty="0"/>
          </a:p>
        </p:txBody>
      </p:sp>
      <p:sp>
        <p:nvSpPr>
          <p:cNvPr id="144" name="Text 142"/>
          <p:cNvSpPr/>
          <p:nvPr/>
        </p:nvSpPr>
        <p:spPr>
          <a:xfrm>
            <a:off x="7936992" y="3621024"/>
            <a:ext cx="9235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145" name="Shape 143"/>
          <p:cNvSpPr/>
          <p:nvPr/>
        </p:nvSpPr>
        <p:spPr>
          <a:xfrm>
            <a:off x="182880" y="3832039"/>
            <a:ext cx="8695944" cy="238447"/>
          </a:xfrm>
          <a:prstGeom prst="rect">
            <a:avLst/>
          </a:prstGeom>
          <a:solidFill>
            <a:srgbClr val="1F2740"/>
          </a:solidFill>
          <a:ln w="12700">
            <a:solidFill>
              <a:srgbClr val="1F274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201168" y="3859471"/>
            <a:ext cx="210312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  <p:sp>
        <p:nvSpPr>
          <p:cNvPr id="147" name="Text 145"/>
          <p:cNvSpPr/>
          <p:nvPr/>
        </p:nvSpPr>
        <p:spPr>
          <a:xfrm>
            <a:off x="448056" y="3859471"/>
            <a:ext cx="34838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MESH-LINER-12X12-320X50MT</a:t>
            </a:r>
            <a:endParaRPr lang="en-US" sz="800" dirty="0"/>
          </a:p>
        </p:txBody>
      </p:sp>
      <p:sp>
        <p:nvSpPr>
          <p:cNvPr id="148" name="Text 146"/>
          <p:cNvSpPr/>
          <p:nvPr/>
        </p:nvSpPr>
        <p:spPr>
          <a:xfrm>
            <a:off x="3968496" y="3859471"/>
            <a:ext cx="9692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$35,7M</a:t>
            </a:r>
            <a:endParaRPr lang="en-US" sz="850" dirty="0"/>
          </a:p>
        </p:txBody>
      </p:sp>
      <p:sp>
        <p:nvSpPr>
          <p:cNvPr id="149" name="Text 147"/>
          <p:cNvSpPr/>
          <p:nvPr/>
        </p:nvSpPr>
        <p:spPr>
          <a:xfrm>
            <a:off x="4974336" y="3859471"/>
            <a:ext cx="76809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-31,2%</a:t>
            </a:r>
            <a:endParaRPr lang="en-US" sz="850" dirty="0"/>
          </a:p>
        </p:txBody>
      </p:sp>
      <p:sp>
        <p:nvSpPr>
          <p:cNvPr id="150" name="Text 148"/>
          <p:cNvSpPr/>
          <p:nvPr/>
        </p:nvSpPr>
        <p:spPr>
          <a:xfrm>
            <a:off x="5779008" y="3859471"/>
            <a:ext cx="6949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</a:t>
            </a:r>
            <a:endParaRPr lang="en-US" sz="850" dirty="0"/>
          </a:p>
        </p:txBody>
      </p:sp>
      <p:sp>
        <p:nvSpPr>
          <p:cNvPr id="151" name="Text 149"/>
          <p:cNvSpPr/>
          <p:nvPr/>
        </p:nvSpPr>
        <p:spPr>
          <a:xfrm>
            <a:off x="6510528" y="3859471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850" dirty="0"/>
          </a:p>
        </p:txBody>
      </p:sp>
      <p:sp>
        <p:nvSpPr>
          <p:cNvPr id="152" name="Text 150"/>
          <p:cNvSpPr/>
          <p:nvPr/>
        </p:nvSpPr>
        <p:spPr>
          <a:xfrm>
            <a:off x="7223760" y="3859471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88d</a:t>
            </a:r>
            <a:endParaRPr lang="en-US" sz="850" dirty="0"/>
          </a:p>
        </p:txBody>
      </p:sp>
      <p:sp>
        <p:nvSpPr>
          <p:cNvPr id="153" name="Text 151"/>
          <p:cNvSpPr/>
          <p:nvPr/>
        </p:nvSpPr>
        <p:spPr>
          <a:xfrm>
            <a:off x="7936992" y="3859471"/>
            <a:ext cx="9235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154" name="Shape 152"/>
          <p:cNvSpPr/>
          <p:nvPr/>
        </p:nvSpPr>
        <p:spPr>
          <a:xfrm>
            <a:off x="182880" y="4070487"/>
            <a:ext cx="8695944" cy="238447"/>
          </a:xfrm>
          <a:prstGeom prst="rect">
            <a:avLst/>
          </a:prstGeom>
          <a:solidFill>
            <a:srgbClr val="1C2236"/>
          </a:solidFill>
          <a:ln w="12700">
            <a:solidFill>
              <a:srgbClr val="1C2236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201168" y="4097919"/>
            <a:ext cx="210312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  <p:sp>
        <p:nvSpPr>
          <p:cNvPr id="156" name="Text 154"/>
          <p:cNvSpPr/>
          <p:nvPr/>
        </p:nvSpPr>
        <p:spPr>
          <a:xfrm>
            <a:off x="448056" y="4097919"/>
            <a:ext cx="34838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PPF-G-152X15</a:t>
            </a:r>
            <a:endParaRPr lang="en-US" sz="800" dirty="0"/>
          </a:p>
        </p:txBody>
      </p:sp>
      <p:sp>
        <p:nvSpPr>
          <p:cNvPr id="157" name="Text 155"/>
          <p:cNvSpPr/>
          <p:nvPr/>
        </p:nvSpPr>
        <p:spPr>
          <a:xfrm>
            <a:off x="3968496" y="4097919"/>
            <a:ext cx="9692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$33,3M</a:t>
            </a:r>
            <a:endParaRPr lang="en-US" sz="850" dirty="0"/>
          </a:p>
        </p:txBody>
      </p:sp>
      <p:sp>
        <p:nvSpPr>
          <p:cNvPr id="158" name="Text 156"/>
          <p:cNvSpPr/>
          <p:nvPr/>
        </p:nvSpPr>
        <p:spPr>
          <a:xfrm>
            <a:off x="4974336" y="4097919"/>
            <a:ext cx="76809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50,3%</a:t>
            </a:r>
            <a:endParaRPr lang="en-US" sz="850" dirty="0"/>
          </a:p>
        </p:txBody>
      </p:sp>
      <p:sp>
        <p:nvSpPr>
          <p:cNvPr id="159" name="Text 157"/>
          <p:cNvSpPr/>
          <p:nvPr/>
        </p:nvSpPr>
        <p:spPr>
          <a:xfrm>
            <a:off x="5779008" y="4097919"/>
            <a:ext cx="6949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850" dirty="0"/>
          </a:p>
        </p:txBody>
      </p:sp>
      <p:sp>
        <p:nvSpPr>
          <p:cNvPr id="160" name="Text 158"/>
          <p:cNvSpPr/>
          <p:nvPr/>
        </p:nvSpPr>
        <p:spPr>
          <a:xfrm>
            <a:off x="6510528" y="4097919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850" dirty="0"/>
          </a:p>
        </p:txBody>
      </p:sp>
      <p:sp>
        <p:nvSpPr>
          <p:cNvPr id="161" name="Text 159"/>
          <p:cNvSpPr/>
          <p:nvPr/>
        </p:nvSpPr>
        <p:spPr>
          <a:xfrm>
            <a:off x="7223760" y="4097919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54d</a:t>
            </a:r>
            <a:endParaRPr lang="en-US" sz="850" dirty="0"/>
          </a:p>
        </p:txBody>
      </p:sp>
      <p:sp>
        <p:nvSpPr>
          <p:cNvPr id="162" name="Text 160"/>
          <p:cNvSpPr/>
          <p:nvPr/>
        </p:nvSpPr>
        <p:spPr>
          <a:xfrm>
            <a:off x="7936992" y="4097919"/>
            <a:ext cx="9235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</a:t>
            </a:r>
            <a:endParaRPr lang="en-US" sz="850" dirty="0"/>
          </a:p>
        </p:txBody>
      </p:sp>
      <p:sp>
        <p:nvSpPr>
          <p:cNvPr id="163" name="Shape 161"/>
          <p:cNvSpPr/>
          <p:nvPr/>
        </p:nvSpPr>
        <p:spPr>
          <a:xfrm>
            <a:off x="182880" y="4308934"/>
            <a:ext cx="8695944" cy="238447"/>
          </a:xfrm>
          <a:prstGeom prst="rect">
            <a:avLst/>
          </a:prstGeom>
          <a:solidFill>
            <a:srgbClr val="1F2740"/>
          </a:solidFill>
          <a:ln w="12700">
            <a:solidFill>
              <a:srgbClr val="1F2740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201168" y="4336366"/>
            <a:ext cx="210312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  <p:sp>
        <p:nvSpPr>
          <p:cNvPr id="165" name="Text 163"/>
          <p:cNvSpPr/>
          <p:nvPr/>
        </p:nvSpPr>
        <p:spPr>
          <a:xfrm>
            <a:off x="448056" y="4336366"/>
            <a:ext cx="34838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EXPANSIONDISC-A4-P</a:t>
            </a:r>
            <a:endParaRPr lang="en-US" sz="800" dirty="0"/>
          </a:p>
        </p:txBody>
      </p:sp>
      <p:sp>
        <p:nvSpPr>
          <p:cNvPr id="166" name="Text 164"/>
          <p:cNvSpPr/>
          <p:nvPr/>
        </p:nvSpPr>
        <p:spPr>
          <a:xfrm>
            <a:off x="3968496" y="4336366"/>
            <a:ext cx="9692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$32,9M</a:t>
            </a:r>
            <a:endParaRPr lang="en-US" sz="850" dirty="0"/>
          </a:p>
        </p:txBody>
      </p:sp>
      <p:sp>
        <p:nvSpPr>
          <p:cNvPr id="167" name="Text 165"/>
          <p:cNvSpPr/>
          <p:nvPr/>
        </p:nvSpPr>
        <p:spPr>
          <a:xfrm>
            <a:off x="4974336" y="4336366"/>
            <a:ext cx="76809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27,3%</a:t>
            </a:r>
            <a:endParaRPr lang="en-US" sz="850" dirty="0"/>
          </a:p>
        </p:txBody>
      </p:sp>
      <p:sp>
        <p:nvSpPr>
          <p:cNvPr id="168" name="Text 166"/>
          <p:cNvSpPr/>
          <p:nvPr/>
        </p:nvSpPr>
        <p:spPr>
          <a:xfrm>
            <a:off x="5779008" y="4336366"/>
            <a:ext cx="6949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⚠</a:t>
            </a:r>
            <a:endParaRPr lang="en-US" sz="850" dirty="0"/>
          </a:p>
        </p:txBody>
      </p:sp>
      <p:sp>
        <p:nvSpPr>
          <p:cNvPr id="169" name="Text 167"/>
          <p:cNvSpPr/>
          <p:nvPr/>
        </p:nvSpPr>
        <p:spPr>
          <a:xfrm>
            <a:off x="6510528" y="4336366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170" name="Text 168"/>
          <p:cNvSpPr/>
          <p:nvPr/>
        </p:nvSpPr>
        <p:spPr>
          <a:xfrm>
            <a:off x="7223760" y="4336366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171" name="Text 169"/>
          <p:cNvSpPr/>
          <p:nvPr/>
        </p:nvSpPr>
        <p:spPr>
          <a:xfrm>
            <a:off x="7936992" y="4336366"/>
            <a:ext cx="9235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172" name="Shape 170"/>
          <p:cNvSpPr/>
          <p:nvPr/>
        </p:nvSpPr>
        <p:spPr>
          <a:xfrm>
            <a:off x="182880" y="4547382"/>
            <a:ext cx="8695944" cy="238447"/>
          </a:xfrm>
          <a:prstGeom prst="rect">
            <a:avLst/>
          </a:prstGeom>
          <a:solidFill>
            <a:srgbClr val="1C2236"/>
          </a:solidFill>
          <a:ln w="12700">
            <a:solidFill>
              <a:srgbClr val="1C2236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201168" y="4574814"/>
            <a:ext cx="210312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  <p:sp>
        <p:nvSpPr>
          <p:cNvPr id="174" name="Text 172"/>
          <p:cNvSpPr/>
          <p:nvPr/>
        </p:nvSpPr>
        <p:spPr>
          <a:xfrm>
            <a:off x="448056" y="4574814"/>
            <a:ext cx="34838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EXPANSIONDISC-A4-G</a:t>
            </a:r>
            <a:endParaRPr lang="en-US" sz="800" dirty="0"/>
          </a:p>
        </p:txBody>
      </p:sp>
      <p:sp>
        <p:nvSpPr>
          <p:cNvPr id="175" name="Text 173"/>
          <p:cNvSpPr/>
          <p:nvPr/>
        </p:nvSpPr>
        <p:spPr>
          <a:xfrm>
            <a:off x="3968496" y="4574814"/>
            <a:ext cx="9692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$32,1M</a:t>
            </a:r>
            <a:endParaRPr lang="en-US" sz="850" dirty="0"/>
          </a:p>
        </p:txBody>
      </p:sp>
      <p:sp>
        <p:nvSpPr>
          <p:cNvPr id="176" name="Text 174"/>
          <p:cNvSpPr/>
          <p:nvPr/>
        </p:nvSpPr>
        <p:spPr>
          <a:xfrm>
            <a:off x="4974336" y="4574814"/>
            <a:ext cx="76809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27,2%</a:t>
            </a:r>
            <a:endParaRPr lang="en-US" sz="850" dirty="0"/>
          </a:p>
        </p:txBody>
      </p:sp>
      <p:sp>
        <p:nvSpPr>
          <p:cNvPr id="177" name="Text 175"/>
          <p:cNvSpPr/>
          <p:nvPr/>
        </p:nvSpPr>
        <p:spPr>
          <a:xfrm>
            <a:off x="5779008" y="4574814"/>
            <a:ext cx="6949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⚠</a:t>
            </a:r>
            <a:endParaRPr lang="en-US" sz="850" dirty="0"/>
          </a:p>
        </p:txBody>
      </p:sp>
      <p:sp>
        <p:nvSpPr>
          <p:cNvPr id="178" name="Text 176"/>
          <p:cNvSpPr/>
          <p:nvPr/>
        </p:nvSpPr>
        <p:spPr>
          <a:xfrm>
            <a:off x="6510528" y="4574814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179" name="Text 177"/>
          <p:cNvSpPr/>
          <p:nvPr/>
        </p:nvSpPr>
        <p:spPr>
          <a:xfrm>
            <a:off x="7223760" y="4574814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180" name="Text 178"/>
          <p:cNvSpPr/>
          <p:nvPr/>
        </p:nvSpPr>
        <p:spPr>
          <a:xfrm>
            <a:off x="7936992" y="4574814"/>
            <a:ext cx="9235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181" name="Shape 179"/>
          <p:cNvSpPr/>
          <p:nvPr/>
        </p:nvSpPr>
        <p:spPr>
          <a:xfrm>
            <a:off x="182880" y="4785829"/>
            <a:ext cx="8695944" cy="238447"/>
          </a:xfrm>
          <a:prstGeom prst="rect">
            <a:avLst/>
          </a:prstGeom>
          <a:solidFill>
            <a:srgbClr val="1F2740"/>
          </a:solidFill>
          <a:ln w="12700">
            <a:solidFill>
              <a:srgbClr val="1F2740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201168" y="4813261"/>
            <a:ext cx="210312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  <p:sp>
        <p:nvSpPr>
          <p:cNvPr id="183" name="Text 181"/>
          <p:cNvSpPr/>
          <p:nvPr/>
        </p:nvSpPr>
        <p:spPr>
          <a:xfrm>
            <a:off x="448056" y="4813261"/>
            <a:ext cx="34838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TAZASUB-MAGIC-CER-11OZ-BK</a:t>
            </a:r>
            <a:endParaRPr lang="en-US" sz="800" dirty="0"/>
          </a:p>
        </p:txBody>
      </p:sp>
      <p:sp>
        <p:nvSpPr>
          <p:cNvPr id="184" name="Text 182"/>
          <p:cNvSpPr/>
          <p:nvPr/>
        </p:nvSpPr>
        <p:spPr>
          <a:xfrm>
            <a:off x="3968496" y="4813261"/>
            <a:ext cx="9692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$32,9M</a:t>
            </a:r>
            <a:endParaRPr lang="en-US" sz="850" dirty="0"/>
          </a:p>
        </p:txBody>
      </p:sp>
      <p:sp>
        <p:nvSpPr>
          <p:cNvPr id="185" name="Text 183"/>
          <p:cNvSpPr/>
          <p:nvPr/>
        </p:nvSpPr>
        <p:spPr>
          <a:xfrm>
            <a:off x="4974336" y="4813261"/>
            <a:ext cx="76809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23,8%</a:t>
            </a:r>
            <a:endParaRPr lang="en-US" sz="850" dirty="0"/>
          </a:p>
        </p:txBody>
      </p:sp>
      <p:sp>
        <p:nvSpPr>
          <p:cNvPr id="186" name="Text 184"/>
          <p:cNvSpPr/>
          <p:nvPr/>
        </p:nvSpPr>
        <p:spPr>
          <a:xfrm>
            <a:off x="5779008" y="4813261"/>
            <a:ext cx="6949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⚠</a:t>
            </a:r>
            <a:endParaRPr lang="en-US" sz="850" dirty="0"/>
          </a:p>
        </p:txBody>
      </p:sp>
      <p:sp>
        <p:nvSpPr>
          <p:cNvPr id="187" name="Text 185"/>
          <p:cNvSpPr/>
          <p:nvPr/>
        </p:nvSpPr>
        <p:spPr>
          <a:xfrm>
            <a:off x="6510528" y="4813261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188" name="Text 186"/>
          <p:cNvSpPr/>
          <p:nvPr/>
        </p:nvSpPr>
        <p:spPr>
          <a:xfrm>
            <a:off x="7223760" y="4813261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189" name="Text 187"/>
          <p:cNvSpPr/>
          <p:nvPr/>
        </p:nvSpPr>
        <p:spPr>
          <a:xfrm>
            <a:off x="7936992" y="4813261"/>
            <a:ext cx="9235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40.032</a:t>
            </a:r>
            <a:endParaRPr lang="en-US" sz="850" dirty="0"/>
          </a:p>
        </p:txBody>
      </p:sp>
      <p:sp>
        <p:nvSpPr>
          <p:cNvPr id="190" name="Shape 188"/>
          <p:cNvSpPr/>
          <p:nvPr/>
        </p:nvSpPr>
        <p:spPr>
          <a:xfrm>
            <a:off x="182880" y="5024276"/>
            <a:ext cx="8695944" cy="238447"/>
          </a:xfrm>
          <a:prstGeom prst="rect">
            <a:avLst/>
          </a:prstGeom>
          <a:solidFill>
            <a:srgbClr val="1C2236"/>
          </a:solidFill>
          <a:ln w="12700">
            <a:solidFill>
              <a:srgbClr val="1C2236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201168" y="5051708"/>
            <a:ext cx="210312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  <p:sp>
        <p:nvSpPr>
          <p:cNvPr id="192" name="Text 190"/>
          <p:cNvSpPr/>
          <p:nvPr/>
        </p:nvSpPr>
        <p:spPr>
          <a:xfrm>
            <a:off x="448056" y="5051708"/>
            <a:ext cx="34838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PLANCHA-SUB-30X38</a:t>
            </a:r>
            <a:endParaRPr lang="en-US" sz="800" dirty="0"/>
          </a:p>
        </p:txBody>
      </p:sp>
      <p:sp>
        <p:nvSpPr>
          <p:cNvPr id="193" name="Text 191"/>
          <p:cNvSpPr/>
          <p:nvPr/>
        </p:nvSpPr>
        <p:spPr>
          <a:xfrm>
            <a:off x="3968496" y="5051708"/>
            <a:ext cx="9692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$31,2M</a:t>
            </a:r>
            <a:endParaRPr lang="en-US" sz="850" dirty="0"/>
          </a:p>
        </p:txBody>
      </p:sp>
      <p:sp>
        <p:nvSpPr>
          <p:cNvPr id="194" name="Text 192"/>
          <p:cNvSpPr/>
          <p:nvPr/>
        </p:nvSpPr>
        <p:spPr>
          <a:xfrm>
            <a:off x="4974336" y="5051708"/>
            <a:ext cx="76809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42,1%</a:t>
            </a:r>
            <a:endParaRPr lang="en-US" sz="850" dirty="0"/>
          </a:p>
        </p:txBody>
      </p:sp>
      <p:sp>
        <p:nvSpPr>
          <p:cNvPr id="195" name="Text 193"/>
          <p:cNvSpPr/>
          <p:nvPr/>
        </p:nvSpPr>
        <p:spPr>
          <a:xfrm>
            <a:off x="5779008" y="5051708"/>
            <a:ext cx="6949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196" name="Text 194"/>
          <p:cNvSpPr/>
          <p:nvPr/>
        </p:nvSpPr>
        <p:spPr>
          <a:xfrm>
            <a:off x="6510528" y="5051708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197" name="Text 195"/>
          <p:cNvSpPr/>
          <p:nvPr/>
        </p:nvSpPr>
        <p:spPr>
          <a:xfrm>
            <a:off x="7223760" y="5051708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198" name="Text 196"/>
          <p:cNvSpPr/>
          <p:nvPr/>
        </p:nvSpPr>
        <p:spPr>
          <a:xfrm>
            <a:off x="7936992" y="5051708"/>
            <a:ext cx="9235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</a:t>
            </a:r>
            <a:endParaRPr lang="en-US" sz="850" dirty="0"/>
          </a:p>
        </p:txBody>
      </p:sp>
      <p:sp>
        <p:nvSpPr>
          <p:cNvPr id="199" name="Shape 197"/>
          <p:cNvSpPr/>
          <p:nvPr/>
        </p:nvSpPr>
        <p:spPr>
          <a:xfrm>
            <a:off x="182880" y="5262724"/>
            <a:ext cx="8695944" cy="238447"/>
          </a:xfrm>
          <a:prstGeom prst="rect">
            <a:avLst/>
          </a:prstGeom>
          <a:solidFill>
            <a:srgbClr val="1F2740"/>
          </a:solidFill>
          <a:ln w="12700">
            <a:solidFill>
              <a:srgbClr val="1F2740"/>
            </a:solidFill>
            <a:prstDash val="solid"/>
          </a:ln>
        </p:spPr>
      </p:sp>
      <p:sp>
        <p:nvSpPr>
          <p:cNvPr id="200" name="Text 198"/>
          <p:cNvSpPr/>
          <p:nvPr/>
        </p:nvSpPr>
        <p:spPr>
          <a:xfrm>
            <a:off x="201168" y="5290156"/>
            <a:ext cx="210312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  <p:sp>
        <p:nvSpPr>
          <p:cNvPr id="201" name="Text 199"/>
          <p:cNvSpPr/>
          <p:nvPr/>
        </p:nvSpPr>
        <p:spPr>
          <a:xfrm>
            <a:off x="448056" y="5290156"/>
            <a:ext cx="34838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PLANCHA-SUB-GORRA-PORT</a:t>
            </a:r>
            <a:endParaRPr lang="en-US" sz="800" dirty="0"/>
          </a:p>
        </p:txBody>
      </p:sp>
      <p:sp>
        <p:nvSpPr>
          <p:cNvPr id="202" name="Text 200"/>
          <p:cNvSpPr/>
          <p:nvPr/>
        </p:nvSpPr>
        <p:spPr>
          <a:xfrm>
            <a:off x="3968496" y="5290156"/>
            <a:ext cx="9692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$28,8M</a:t>
            </a:r>
            <a:endParaRPr lang="en-US" sz="850" dirty="0"/>
          </a:p>
        </p:txBody>
      </p:sp>
      <p:sp>
        <p:nvSpPr>
          <p:cNvPr id="203" name="Text 201"/>
          <p:cNvSpPr/>
          <p:nvPr/>
        </p:nvSpPr>
        <p:spPr>
          <a:xfrm>
            <a:off x="4974336" y="5290156"/>
            <a:ext cx="76809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38,3%</a:t>
            </a:r>
            <a:endParaRPr lang="en-US" sz="850" dirty="0"/>
          </a:p>
        </p:txBody>
      </p:sp>
      <p:sp>
        <p:nvSpPr>
          <p:cNvPr id="204" name="Text 202"/>
          <p:cNvSpPr/>
          <p:nvPr/>
        </p:nvSpPr>
        <p:spPr>
          <a:xfrm>
            <a:off x="5779008" y="5290156"/>
            <a:ext cx="6949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468</a:t>
            </a:r>
            <a:endParaRPr lang="en-US" sz="850" dirty="0"/>
          </a:p>
        </p:txBody>
      </p:sp>
      <p:sp>
        <p:nvSpPr>
          <p:cNvPr id="205" name="Text 203"/>
          <p:cNvSpPr/>
          <p:nvPr/>
        </p:nvSpPr>
        <p:spPr>
          <a:xfrm>
            <a:off x="6510528" y="5290156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</a:t>
            </a:r>
            <a:endParaRPr lang="en-US" sz="850" dirty="0"/>
          </a:p>
        </p:txBody>
      </p:sp>
      <p:sp>
        <p:nvSpPr>
          <p:cNvPr id="206" name="Text 204"/>
          <p:cNvSpPr/>
          <p:nvPr/>
        </p:nvSpPr>
        <p:spPr>
          <a:xfrm>
            <a:off x="7223760" y="5290156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122d</a:t>
            </a:r>
            <a:endParaRPr lang="en-US" sz="850" dirty="0"/>
          </a:p>
        </p:txBody>
      </p:sp>
      <p:sp>
        <p:nvSpPr>
          <p:cNvPr id="207" name="Text 205"/>
          <p:cNvSpPr/>
          <p:nvPr/>
        </p:nvSpPr>
        <p:spPr>
          <a:xfrm>
            <a:off x="7936992" y="5290156"/>
            <a:ext cx="9235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208" name="Shape 206"/>
          <p:cNvSpPr/>
          <p:nvPr/>
        </p:nvSpPr>
        <p:spPr>
          <a:xfrm>
            <a:off x="182880" y="5501171"/>
            <a:ext cx="8695944" cy="238447"/>
          </a:xfrm>
          <a:prstGeom prst="rect">
            <a:avLst/>
          </a:prstGeom>
          <a:solidFill>
            <a:srgbClr val="1C2236"/>
          </a:solidFill>
          <a:ln w="12700">
            <a:solidFill>
              <a:srgbClr val="1C2236"/>
            </a:solidFill>
            <a:prstDash val="solid"/>
          </a:ln>
        </p:spPr>
      </p:sp>
      <p:sp>
        <p:nvSpPr>
          <p:cNvPr id="209" name="Text 207"/>
          <p:cNvSpPr/>
          <p:nvPr/>
        </p:nvSpPr>
        <p:spPr>
          <a:xfrm>
            <a:off x="201168" y="5528603"/>
            <a:ext cx="210312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  <p:sp>
        <p:nvSpPr>
          <p:cNvPr id="210" name="Text 208"/>
          <p:cNvSpPr/>
          <p:nvPr/>
        </p:nvSpPr>
        <p:spPr>
          <a:xfrm>
            <a:off x="448056" y="5528603"/>
            <a:ext cx="34838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PLANCHA-SUB-30X38-10EN1</a:t>
            </a:r>
            <a:endParaRPr lang="en-US" sz="800" dirty="0"/>
          </a:p>
        </p:txBody>
      </p:sp>
      <p:sp>
        <p:nvSpPr>
          <p:cNvPr id="211" name="Text 209"/>
          <p:cNvSpPr/>
          <p:nvPr/>
        </p:nvSpPr>
        <p:spPr>
          <a:xfrm>
            <a:off x="3968496" y="5528603"/>
            <a:ext cx="9692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$28,3M</a:t>
            </a:r>
            <a:endParaRPr lang="en-US" sz="850" dirty="0"/>
          </a:p>
        </p:txBody>
      </p:sp>
      <p:sp>
        <p:nvSpPr>
          <p:cNvPr id="212" name="Text 210"/>
          <p:cNvSpPr/>
          <p:nvPr/>
        </p:nvSpPr>
        <p:spPr>
          <a:xfrm>
            <a:off x="4974336" y="5528603"/>
            <a:ext cx="76809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33,4%</a:t>
            </a:r>
            <a:endParaRPr lang="en-US" sz="850" dirty="0"/>
          </a:p>
        </p:txBody>
      </p:sp>
      <p:sp>
        <p:nvSpPr>
          <p:cNvPr id="213" name="Text 211"/>
          <p:cNvSpPr/>
          <p:nvPr/>
        </p:nvSpPr>
        <p:spPr>
          <a:xfrm>
            <a:off x="5779008" y="5528603"/>
            <a:ext cx="6949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700</a:t>
            </a:r>
            <a:endParaRPr lang="en-US" sz="850" dirty="0"/>
          </a:p>
        </p:txBody>
      </p:sp>
      <p:sp>
        <p:nvSpPr>
          <p:cNvPr id="214" name="Text 212"/>
          <p:cNvSpPr/>
          <p:nvPr/>
        </p:nvSpPr>
        <p:spPr>
          <a:xfrm>
            <a:off x="6510528" y="5528603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850" dirty="0"/>
          </a:p>
        </p:txBody>
      </p:sp>
      <p:sp>
        <p:nvSpPr>
          <p:cNvPr id="215" name="Text 213"/>
          <p:cNvSpPr/>
          <p:nvPr/>
        </p:nvSpPr>
        <p:spPr>
          <a:xfrm>
            <a:off x="7223760" y="5528603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236d</a:t>
            </a:r>
            <a:endParaRPr lang="en-US" sz="850" dirty="0"/>
          </a:p>
        </p:txBody>
      </p:sp>
      <p:sp>
        <p:nvSpPr>
          <p:cNvPr id="216" name="Text 214"/>
          <p:cNvSpPr/>
          <p:nvPr/>
        </p:nvSpPr>
        <p:spPr>
          <a:xfrm>
            <a:off x="7936992" y="5528603"/>
            <a:ext cx="9235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217" name="Shape 215"/>
          <p:cNvSpPr/>
          <p:nvPr/>
        </p:nvSpPr>
        <p:spPr>
          <a:xfrm>
            <a:off x="182880" y="5739618"/>
            <a:ext cx="8695944" cy="238447"/>
          </a:xfrm>
          <a:prstGeom prst="rect">
            <a:avLst/>
          </a:prstGeom>
          <a:solidFill>
            <a:srgbClr val="1F2740"/>
          </a:solidFill>
          <a:ln w="12700">
            <a:solidFill>
              <a:srgbClr val="1F2740"/>
            </a:solidFill>
            <a:prstDash val="solid"/>
          </a:ln>
        </p:spPr>
      </p:sp>
      <p:sp>
        <p:nvSpPr>
          <p:cNvPr id="218" name="Text 216"/>
          <p:cNvSpPr/>
          <p:nvPr/>
        </p:nvSpPr>
        <p:spPr>
          <a:xfrm>
            <a:off x="201168" y="5767050"/>
            <a:ext cx="210312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  <p:sp>
        <p:nvSpPr>
          <p:cNvPr id="219" name="Text 217"/>
          <p:cNvSpPr/>
          <p:nvPr/>
        </p:nvSpPr>
        <p:spPr>
          <a:xfrm>
            <a:off x="448056" y="5767050"/>
            <a:ext cx="34838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LAM-POUCH-G-225X303MM-150MIC</a:t>
            </a:r>
            <a:endParaRPr lang="en-US" sz="800" dirty="0"/>
          </a:p>
        </p:txBody>
      </p:sp>
      <p:sp>
        <p:nvSpPr>
          <p:cNvPr id="220" name="Text 218"/>
          <p:cNvSpPr/>
          <p:nvPr/>
        </p:nvSpPr>
        <p:spPr>
          <a:xfrm>
            <a:off x="3968496" y="5767050"/>
            <a:ext cx="9692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$26,4M</a:t>
            </a:r>
            <a:endParaRPr lang="en-US" sz="850" dirty="0"/>
          </a:p>
        </p:txBody>
      </p:sp>
      <p:sp>
        <p:nvSpPr>
          <p:cNvPr id="221" name="Text 219"/>
          <p:cNvSpPr/>
          <p:nvPr/>
        </p:nvSpPr>
        <p:spPr>
          <a:xfrm>
            <a:off x="4974336" y="5767050"/>
            <a:ext cx="76809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30,1%</a:t>
            </a:r>
            <a:endParaRPr lang="en-US" sz="850" dirty="0"/>
          </a:p>
        </p:txBody>
      </p:sp>
      <p:sp>
        <p:nvSpPr>
          <p:cNvPr id="222" name="Text 220"/>
          <p:cNvSpPr/>
          <p:nvPr/>
        </p:nvSpPr>
        <p:spPr>
          <a:xfrm>
            <a:off x="5779008" y="5767050"/>
            <a:ext cx="6949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4.637</a:t>
            </a:r>
            <a:endParaRPr lang="en-US" sz="850" dirty="0"/>
          </a:p>
        </p:txBody>
      </p:sp>
      <p:sp>
        <p:nvSpPr>
          <p:cNvPr id="223" name="Text 221"/>
          <p:cNvSpPr/>
          <p:nvPr/>
        </p:nvSpPr>
        <p:spPr>
          <a:xfrm>
            <a:off x="6510528" y="5767050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1.776</a:t>
            </a:r>
            <a:endParaRPr lang="en-US" sz="850" dirty="0"/>
          </a:p>
        </p:txBody>
      </p:sp>
      <p:sp>
        <p:nvSpPr>
          <p:cNvPr id="224" name="Text 222"/>
          <p:cNvSpPr/>
          <p:nvPr/>
        </p:nvSpPr>
        <p:spPr>
          <a:xfrm>
            <a:off x="7223760" y="5767050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78d</a:t>
            </a:r>
            <a:endParaRPr lang="en-US" sz="850" dirty="0"/>
          </a:p>
        </p:txBody>
      </p:sp>
      <p:sp>
        <p:nvSpPr>
          <p:cNvPr id="225" name="Text 223"/>
          <p:cNvSpPr/>
          <p:nvPr/>
        </p:nvSpPr>
        <p:spPr>
          <a:xfrm>
            <a:off x="7936992" y="5767050"/>
            <a:ext cx="9235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226" name="Shape 224"/>
          <p:cNvSpPr/>
          <p:nvPr/>
        </p:nvSpPr>
        <p:spPr>
          <a:xfrm>
            <a:off x="182880" y="5978066"/>
            <a:ext cx="8695944" cy="238447"/>
          </a:xfrm>
          <a:prstGeom prst="rect">
            <a:avLst/>
          </a:prstGeom>
          <a:solidFill>
            <a:srgbClr val="1C2236"/>
          </a:solidFill>
          <a:ln w="12700">
            <a:solidFill>
              <a:srgbClr val="1C2236"/>
            </a:solidFill>
            <a:prstDash val="solid"/>
          </a:ln>
        </p:spPr>
      </p:sp>
      <p:sp>
        <p:nvSpPr>
          <p:cNvPr id="227" name="Text 225"/>
          <p:cNvSpPr/>
          <p:nvPr/>
        </p:nvSpPr>
        <p:spPr>
          <a:xfrm>
            <a:off x="201168" y="6005498"/>
            <a:ext cx="210312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50" dirty="0"/>
          </a:p>
        </p:txBody>
      </p:sp>
      <p:sp>
        <p:nvSpPr>
          <p:cNvPr id="228" name="Text 226"/>
          <p:cNvSpPr/>
          <p:nvPr/>
        </p:nvSpPr>
        <p:spPr>
          <a:xfrm>
            <a:off x="448056" y="6005498"/>
            <a:ext cx="34838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PORTABANROLLUP-PVC-85X200</a:t>
            </a:r>
            <a:endParaRPr lang="en-US" sz="800" dirty="0"/>
          </a:p>
        </p:txBody>
      </p:sp>
      <p:sp>
        <p:nvSpPr>
          <p:cNvPr id="229" name="Text 227"/>
          <p:cNvSpPr/>
          <p:nvPr/>
        </p:nvSpPr>
        <p:spPr>
          <a:xfrm>
            <a:off x="3968496" y="6005498"/>
            <a:ext cx="9692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$24,2M</a:t>
            </a:r>
            <a:endParaRPr lang="en-US" sz="850" dirty="0"/>
          </a:p>
        </p:txBody>
      </p:sp>
      <p:sp>
        <p:nvSpPr>
          <p:cNvPr id="230" name="Text 228"/>
          <p:cNvSpPr/>
          <p:nvPr/>
        </p:nvSpPr>
        <p:spPr>
          <a:xfrm>
            <a:off x="4974336" y="6005498"/>
            <a:ext cx="76809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23,1%</a:t>
            </a:r>
            <a:endParaRPr lang="en-US" sz="850" dirty="0"/>
          </a:p>
        </p:txBody>
      </p:sp>
      <p:sp>
        <p:nvSpPr>
          <p:cNvPr id="231" name="Text 229"/>
          <p:cNvSpPr/>
          <p:nvPr/>
        </p:nvSpPr>
        <p:spPr>
          <a:xfrm>
            <a:off x="5779008" y="6005498"/>
            <a:ext cx="6949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2.033</a:t>
            </a:r>
            <a:endParaRPr lang="en-US" sz="850" dirty="0"/>
          </a:p>
        </p:txBody>
      </p:sp>
      <p:sp>
        <p:nvSpPr>
          <p:cNvPr id="232" name="Text 230"/>
          <p:cNvSpPr/>
          <p:nvPr/>
        </p:nvSpPr>
        <p:spPr>
          <a:xfrm>
            <a:off x="6510528" y="6005498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698</a:t>
            </a:r>
            <a:endParaRPr lang="en-US" sz="850" dirty="0"/>
          </a:p>
        </p:txBody>
      </p:sp>
      <p:sp>
        <p:nvSpPr>
          <p:cNvPr id="233" name="Text 231"/>
          <p:cNvSpPr/>
          <p:nvPr/>
        </p:nvSpPr>
        <p:spPr>
          <a:xfrm>
            <a:off x="7223760" y="6005498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87d</a:t>
            </a:r>
            <a:endParaRPr lang="en-US" sz="850" dirty="0"/>
          </a:p>
        </p:txBody>
      </p:sp>
      <p:sp>
        <p:nvSpPr>
          <p:cNvPr id="234" name="Text 232"/>
          <p:cNvSpPr/>
          <p:nvPr/>
        </p:nvSpPr>
        <p:spPr>
          <a:xfrm>
            <a:off x="7936992" y="6005498"/>
            <a:ext cx="9235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235" name="Shape 233"/>
          <p:cNvSpPr/>
          <p:nvPr/>
        </p:nvSpPr>
        <p:spPr>
          <a:xfrm>
            <a:off x="182880" y="6216513"/>
            <a:ext cx="8695944" cy="238447"/>
          </a:xfrm>
          <a:prstGeom prst="rect">
            <a:avLst/>
          </a:prstGeom>
          <a:solidFill>
            <a:srgbClr val="1F2740"/>
          </a:solidFill>
          <a:ln w="12700">
            <a:solidFill>
              <a:srgbClr val="1F2740"/>
            </a:solidFill>
            <a:prstDash val="solid"/>
          </a:ln>
        </p:spPr>
      </p:sp>
      <p:sp>
        <p:nvSpPr>
          <p:cNvPr id="236" name="Text 234"/>
          <p:cNvSpPr/>
          <p:nvPr/>
        </p:nvSpPr>
        <p:spPr>
          <a:xfrm>
            <a:off x="201168" y="6243945"/>
            <a:ext cx="210312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50" dirty="0"/>
          </a:p>
        </p:txBody>
      </p:sp>
      <p:sp>
        <p:nvSpPr>
          <p:cNvPr id="237" name="Text 235"/>
          <p:cNvSpPr/>
          <p:nvPr/>
        </p:nvSpPr>
        <p:spPr>
          <a:xfrm>
            <a:off x="448056" y="6243945"/>
            <a:ext cx="34838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TERMOSUB-ALU-500ML-W</a:t>
            </a:r>
            <a:endParaRPr lang="en-US" sz="800" dirty="0"/>
          </a:p>
        </p:txBody>
      </p:sp>
      <p:sp>
        <p:nvSpPr>
          <p:cNvPr id="238" name="Text 236"/>
          <p:cNvSpPr/>
          <p:nvPr/>
        </p:nvSpPr>
        <p:spPr>
          <a:xfrm>
            <a:off x="3968496" y="6243945"/>
            <a:ext cx="9692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$23,1M</a:t>
            </a:r>
            <a:endParaRPr lang="en-US" sz="850" dirty="0"/>
          </a:p>
        </p:txBody>
      </p:sp>
      <p:sp>
        <p:nvSpPr>
          <p:cNvPr id="239" name="Text 237"/>
          <p:cNvSpPr/>
          <p:nvPr/>
        </p:nvSpPr>
        <p:spPr>
          <a:xfrm>
            <a:off x="4974336" y="6243945"/>
            <a:ext cx="76809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9,8%</a:t>
            </a:r>
            <a:endParaRPr lang="en-US" sz="850" dirty="0"/>
          </a:p>
        </p:txBody>
      </p:sp>
      <p:sp>
        <p:nvSpPr>
          <p:cNvPr id="240" name="Text 238"/>
          <p:cNvSpPr/>
          <p:nvPr/>
        </p:nvSpPr>
        <p:spPr>
          <a:xfrm>
            <a:off x="5779008" y="6243945"/>
            <a:ext cx="6949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⚠</a:t>
            </a:r>
            <a:endParaRPr lang="en-US" sz="850" dirty="0"/>
          </a:p>
        </p:txBody>
      </p:sp>
      <p:sp>
        <p:nvSpPr>
          <p:cNvPr id="241" name="Text 239"/>
          <p:cNvSpPr/>
          <p:nvPr/>
        </p:nvSpPr>
        <p:spPr>
          <a:xfrm>
            <a:off x="6510528" y="6243945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222</a:t>
            </a:r>
            <a:endParaRPr lang="en-US" sz="850" dirty="0"/>
          </a:p>
        </p:txBody>
      </p:sp>
      <p:sp>
        <p:nvSpPr>
          <p:cNvPr id="242" name="Text 240"/>
          <p:cNvSpPr/>
          <p:nvPr/>
        </p:nvSpPr>
        <p:spPr>
          <a:xfrm>
            <a:off x="7223760" y="6243945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0d</a:t>
            </a:r>
            <a:endParaRPr lang="en-US" sz="850" dirty="0"/>
          </a:p>
        </p:txBody>
      </p:sp>
      <p:sp>
        <p:nvSpPr>
          <p:cNvPr id="243" name="Text 241"/>
          <p:cNvSpPr/>
          <p:nvPr/>
        </p:nvSpPr>
        <p:spPr>
          <a:xfrm>
            <a:off x="7936992" y="6243945"/>
            <a:ext cx="9235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244" name="Shape 242"/>
          <p:cNvSpPr/>
          <p:nvPr/>
        </p:nvSpPr>
        <p:spPr>
          <a:xfrm>
            <a:off x="182880" y="6454961"/>
            <a:ext cx="8695944" cy="238447"/>
          </a:xfrm>
          <a:prstGeom prst="rect">
            <a:avLst/>
          </a:prstGeom>
          <a:solidFill>
            <a:srgbClr val="1C2236"/>
          </a:solidFill>
          <a:ln w="12700">
            <a:solidFill>
              <a:srgbClr val="1C2236"/>
            </a:solidFill>
            <a:prstDash val="solid"/>
          </a:ln>
        </p:spPr>
      </p:sp>
      <p:sp>
        <p:nvSpPr>
          <p:cNvPr id="245" name="Text 243"/>
          <p:cNvSpPr/>
          <p:nvPr/>
        </p:nvSpPr>
        <p:spPr>
          <a:xfrm>
            <a:off x="201168" y="6482393"/>
            <a:ext cx="210312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850" dirty="0"/>
          </a:p>
        </p:txBody>
      </p:sp>
      <p:sp>
        <p:nvSpPr>
          <p:cNvPr id="246" name="Text 244"/>
          <p:cNvSpPr/>
          <p:nvPr/>
        </p:nvSpPr>
        <p:spPr>
          <a:xfrm>
            <a:off x="448056" y="6482393"/>
            <a:ext cx="34838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LAM-ROLL-M-330MM-150MTS-25MIC</a:t>
            </a:r>
            <a:endParaRPr lang="en-US" sz="800" dirty="0"/>
          </a:p>
        </p:txBody>
      </p:sp>
      <p:sp>
        <p:nvSpPr>
          <p:cNvPr id="247" name="Text 245"/>
          <p:cNvSpPr/>
          <p:nvPr/>
        </p:nvSpPr>
        <p:spPr>
          <a:xfrm>
            <a:off x="3968496" y="6482393"/>
            <a:ext cx="96926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$15,0M</a:t>
            </a:r>
            <a:endParaRPr lang="en-US" sz="850" dirty="0"/>
          </a:p>
        </p:txBody>
      </p:sp>
      <p:sp>
        <p:nvSpPr>
          <p:cNvPr id="248" name="Text 246"/>
          <p:cNvSpPr/>
          <p:nvPr/>
        </p:nvSpPr>
        <p:spPr>
          <a:xfrm>
            <a:off x="4974336" y="6482393"/>
            <a:ext cx="76809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33,2%</a:t>
            </a:r>
            <a:endParaRPr lang="en-US" sz="850" dirty="0"/>
          </a:p>
        </p:txBody>
      </p:sp>
      <p:sp>
        <p:nvSpPr>
          <p:cNvPr id="249" name="Text 247"/>
          <p:cNvSpPr/>
          <p:nvPr/>
        </p:nvSpPr>
        <p:spPr>
          <a:xfrm>
            <a:off x="5779008" y="6482393"/>
            <a:ext cx="6949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212</a:t>
            </a:r>
            <a:endParaRPr lang="en-US" sz="850" dirty="0"/>
          </a:p>
        </p:txBody>
      </p:sp>
      <p:sp>
        <p:nvSpPr>
          <p:cNvPr id="250" name="Text 248"/>
          <p:cNvSpPr/>
          <p:nvPr/>
        </p:nvSpPr>
        <p:spPr>
          <a:xfrm>
            <a:off x="6510528" y="6482393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245</a:t>
            </a:r>
            <a:endParaRPr lang="en-US" sz="850" dirty="0"/>
          </a:p>
        </p:txBody>
      </p:sp>
      <p:sp>
        <p:nvSpPr>
          <p:cNvPr id="251" name="Text 249"/>
          <p:cNvSpPr/>
          <p:nvPr/>
        </p:nvSpPr>
        <p:spPr>
          <a:xfrm>
            <a:off x="7223760" y="6482393"/>
            <a:ext cx="676656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26d</a:t>
            </a:r>
            <a:endParaRPr lang="en-US" sz="850" dirty="0"/>
          </a:p>
        </p:txBody>
      </p:sp>
      <p:sp>
        <p:nvSpPr>
          <p:cNvPr id="252" name="Text 250"/>
          <p:cNvSpPr/>
          <p:nvPr/>
        </p:nvSpPr>
        <p:spPr>
          <a:xfrm>
            <a:off x="7936992" y="6482393"/>
            <a:ext cx="923544" cy="1927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50" dirty="0"/>
          </a:p>
        </p:txBody>
      </p:sp>
      <p:sp>
        <p:nvSpPr>
          <p:cNvPr id="253" name="Shape 251"/>
          <p:cNvSpPr/>
          <p:nvPr/>
        </p:nvSpPr>
        <p:spPr>
          <a:xfrm>
            <a:off x="182880" y="6702552"/>
            <a:ext cx="8695944" cy="73152"/>
          </a:xfrm>
          <a:prstGeom prst="rect">
            <a:avLst/>
          </a:prstGeom>
          <a:solidFill>
            <a:srgbClr val="2E3554"/>
          </a:solidFill>
          <a:ln w="12700">
            <a:solidFill>
              <a:srgbClr val="2E3554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182880" y="6702552"/>
            <a:ext cx="5417573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5874773" y="6711696"/>
            <a:ext cx="64008" cy="6400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56" name="Text 254"/>
          <p:cNvSpPr/>
          <p:nvPr/>
        </p:nvSpPr>
        <p:spPr>
          <a:xfrm>
            <a:off x="5966213" y="6693408"/>
            <a:ext cx="128016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 crítico</a:t>
            </a:r>
            <a:endParaRPr lang="en-US" sz="650" dirty="0"/>
          </a:p>
        </p:txBody>
      </p:sp>
      <p:sp>
        <p:nvSpPr>
          <p:cNvPr id="257" name="Shape 255"/>
          <p:cNvSpPr/>
          <p:nvPr/>
        </p:nvSpPr>
        <p:spPr>
          <a:xfrm>
            <a:off x="7292093" y="6711696"/>
            <a:ext cx="64008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8" name="Text 256"/>
          <p:cNvSpPr/>
          <p:nvPr/>
        </p:nvSpPr>
        <p:spPr>
          <a:xfrm>
            <a:off x="7383533" y="6693408"/>
            <a:ext cx="128016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 atención</a:t>
            </a:r>
            <a:endParaRPr lang="en-US" sz="650" dirty="0"/>
          </a:p>
        </p:txBody>
      </p:sp>
      <p:sp>
        <p:nvSpPr>
          <p:cNvPr id="259" name="Shape 257"/>
          <p:cNvSpPr/>
          <p:nvPr/>
        </p:nvSpPr>
        <p:spPr>
          <a:xfrm>
            <a:off x="8709413" y="6711696"/>
            <a:ext cx="64008" cy="6400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60" name="Text 258"/>
          <p:cNvSpPr/>
          <p:nvPr/>
        </p:nvSpPr>
        <p:spPr>
          <a:xfrm>
            <a:off x="8800853" y="6693408"/>
            <a:ext cx="128016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+60d saludable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2026-10-05T20:36:14Z</dcterms:created>
  <dcterms:modified xsi:type="dcterms:W3CDTF">2026-10-05T20:36:14Z</dcterms:modified>
</cp:coreProperties>
</file>